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8" r:id="rId5"/>
    <p:sldMasterId id="214748368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y="5143500" cx="9144000"/>
  <p:notesSz cx="6858000" cy="9144000"/>
  <p:embeddedFontLst>
    <p:embeddedFont>
      <p:font typeface="Concert One"/>
      <p:regular r:id="rId65"/>
    </p:embeddedFont>
    <p:embeddedFont>
      <p:font typeface="Anaheim"/>
      <p:regular r:id="rId66"/>
    </p:embeddedFont>
    <p:embeddedFont>
      <p:font typeface="Bebas Neue"/>
      <p:regular r:id="rId67"/>
    </p:embeddedFont>
    <p:embeddedFont>
      <p:font typeface="Comfortaa"/>
      <p:regular r:id="rId68"/>
      <p:bold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0" roundtripDataSignature="AMtx7miBiVURNbcvDOLQVILJk6+QdFOV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9EBFF9F-CF30-48E8-B9CE-A1D5BB9A463E}">
  <a:tblStyle styleId="{49EBFF9F-CF30-48E8-B9CE-A1D5BB9A463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F9F810C-E2AA-4093-BF5B-450F6E11DF0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0" Type="http://customschemas.google.com/relationships/presentationmetadata" Target="meta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font" Target="fonts/Anaheim-regular.fntdata"/><Relationship Id="rId21" Type="http://schemas.openxmlformats.org/officeDocument/2006/relationships/slide" Target="slides/slide14.xml"/><Relationship Id="rId65" Type="http://schemas.openxmlformats.org/officeDocument/2006/relationships/font" Target="fonts/ConcertOne-regular.fntdata"/><Relationship Id="rId24" Type="http://schemas.openxmlformats.org/officeDocument/2006/relationships/slide" Target="slides/slide17.xml"/><Relationship Id="rId68" Type="http://schemas.openxmlformats.org/officeDocument/2006/relationships/font" Target="fonts/Comfortaa-regular.fntdata"/><Relationship Id="rId23" Type="http://schemas.openxmlformats.org/officeDocument/2006/relationships/slide" Target="slides/slide16.xml"/><Relationship Id="rId67" Type="http://schemas.openxmlformats.org/officeDocument/2006/relationships/font" Target="fonts/BebasNeue-regular.fntdata"/><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Comfortaa-bold.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9" name="Google Shape;49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bbddf71b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9" name="Google Shape;519;g1bbddf71bf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1bbaa8f0957_4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7" name="Google Shape;537;g1bbaa8f0957_4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1bbaa8f0957_4_1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3" name="Google Shape;543;g1bbaa8f0957_4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1bbaa8f0957_4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9" name="Google Shape;549;g1bbaa8f0957_4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bbaa8f0957_4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g1bbaa8f0957_4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1bbaa8f0957_4_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3" name="Google Shape;563;g1bbaa8f0957_4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bbaa8f0957_4_1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3" name="Google Shape;573;g1bbaa8f0957_4_1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1bb830efa19_1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2" name="Google Shape;582;g1bb830efa19_1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1bb830efa19_1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0" name="Google Shape;600;g1bb830efa19_1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1b98169c3a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7" name="Google Shape;607;g1b98169c3a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1bb830efa19_1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8" name="Google Shape;618;g1bb830efa19_1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1bbaa8f0957_2_1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5" name="Google Shape;625;g1bbaa8f0957_2_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218f467fd32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1" name="Google Shape;631;g218f467fd32_0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1bbaa8f0957_2_1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7" name="Google Shape;637;g1bbaa8f0957_2_1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218f467fd32_6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2" name="Google Shape;652;g218f467fd32_6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259cad68aff_7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8" name="Google Shape;658;g259cad68aff_7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1bbaa8f0957_2_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9" name="Google Shape;669;g1bbaa8f0957_2_2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218f467fd32_6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4" name="Google Shape;684;g218f467fd32_6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259cad68aff_7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1" name="Google Shape;691;g259cad68aff_7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1bbaa8f0957_2_2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2" name="Google Shape;702;g1bbaa8f0957_2_2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218f467fd32_6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7" name="Google Shape;717;g218f467fd32_6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259cad68aff_7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3" name="Google Shape;723;g259cad68aff_7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218f467fd32_6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4" name="Google Shape;734;g218f467fd32_6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259cad68aff_7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0" name="Google Shape;740;g259cad68aff_7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259cad68aff_7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6" name="Google Shape;746;g259cad68aff_7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1bbaa8f0957_2_2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7" name="Google Shape;757;g1bbaa8f0957_2_2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1bbaa8f0957_2_2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6" name="Google Shape;776;g1bbaa8f0957_2_2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259cad68aff_4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5" name="Google Shape;795;g259cad68aff_4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218f467fd32_14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2" name="Google Shape;802;g218f467fd32_1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59cad68aff_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8" name="Google Shape;808;g259cad68aff_4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259cad68aff_4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4" name="Google Shape;814;g259cad68aff_4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259cad68aff_4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0" name="Google Shape;820;g259cad68aff_4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218f467fd32_1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6" name="Google Shape;826;g218f467fd32_14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218f467fd32_14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1" name="Google Shape;831;g218f467fd32_14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259addb234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6" name="Google Shape;836;g259addb234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1bbddf71bf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2" name="Google Shape;842;g1bbddf71bfd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2198db1af2c_1_5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8" name="Google Shape;848;g2198db1af2c_1_5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259cad68aff_3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6" name="Google Shape;856;g259cad68aff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259addb2349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2" name="Google Shape;862;g259addb2349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1b28a4da422_2_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0" name="Google Shape;870;g1b28a4da422_2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1b28a4da422_2_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6" name="Google Shape;876;g1b28a4da422_2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1b28a4da422_2_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6" name="Google Shape;896;g1b28a4da422_2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1b28a4da422_2_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2" name="Google Shape;912;g1b28a4da422_2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1b28a4da422_2_1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0" name="Google Shape;930;g1b28a4da422_2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1b28a4da422_2_1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6" name="Google Shape;936;g1b28a4da422_2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1b28a4da422_2_1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6" name="Google Shape;976;g1b28a4da422_2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1bbaa8f0957_2_4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8" name="Google Shape;1008;g1bbaa8f0957_2_4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218f467fd32_7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9" name="Google Shape;1019;g218f467fd32_7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218f467fd32_7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5" name="Google Shape;1025;g218f467fd32_7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25904da8048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1" name="Google Shape;1031;g25904da8048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1bbaa8f0957_2_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7" name="Google Shape;1037;g1bbaa8f0957_2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259cad68af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3" name="Google Shape;1043;g259cad68af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259cad68aff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259cad68aff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2198db1af2c_1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5" name="Google Shape;1055;g2198db1af2c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2198db1af2c_1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2" name="Google Shape;1062;g2198db1af2c_1_2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53"/>
          <p:cNvSpPr txBox="1"/>
          <p:nvPr>
            <p:ph type="ctrTitle"/>
          </p:nvPr>
        </p:nvSpPr>
        <p:spPr>
          <a:xfrm>
            <a:off x="2045575" y="1077625"/>
            <a:ext cx="5052900" cy="2391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191919"/>
              </a:buClr>
              <a:buSzPts val="5200"/>
              <a:buNone/>
              <a:defRPr sz="4500">
                <a:solidFill>
                  <a:srgbClr val="191919"/>
                </a:solidFill>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0" name="Google Shape;10;p53"/>
          <p:cNvSpPr txBox="1"/>
          <p:nvPr>
            <p:ph idx="1" type="subTitle"/>
          </p:nvPr>
        </p:nvSpPr>
        <p:spPr>
          <a:xfrm>
            <a:off x="2392525" y="3525613"/>
            <a:ext cx="4359000" cy="409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solidFill>
                  <a:srgbClr val="191919"/>
                </a:solidFill>
                <a:latin typeface="Anaheim"/>
                <a:ea typeface="Anaheim"/>
                <a:cs typeface="Anaheim"/>
                <a:sym typeface="Anahei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53"/>
          <p:cNvSpPr/>
          <p:nvPr/>
        </p:nvSpPr>
        <p:spPr>
          <a:xfrm>
            <a:off x="3771760" y="-424457"/>
            <a:ext cx="5070489" cy="1544172"/>
          </a:xfrm>
          <a:custGeom>
            <a:rect b="b" l="l" r="r" t="t"/>
            <a:pathLst>
              <a:path extrusionOk="0" h="55837" w="183348">
                <a:moveTo>
                  <a:pt x="1" y="31"/>
                </a:moveTo>
                <a:cubicBezTo>
                  <a:pt x="1004" y="1064"/>
                  <a:pt x="2159" y="1976"/>
                  <a:pt x="3375" y="2736"/>
                </a:cubicBezTo>
                <a:cubicBezTo>
                  <a:pt x="11125" y="7630"/>
                  <a:pt x="32402" y="3435"/>
                  <a:pt x="45625" y="15320"/>
                </a:cubicBezTo>
                <a:cubicBezTo>
                  <a:pt x="49606" y="18876"/>
                  <a:pt x="52737" y="23314"/>
                  <a:pt x="55838" y="27660"/>
                </a:cubicBezTo>
                <a:cubicBezTo>
                  <a:pt x="58938" y="32037"/>
                  <a:pt x="62251" y="36353"/>
                  <a:pt x="66567" y="39545"/>
                </a:cubicBezTo>
                <a:cubicBezTo>
                  <a:pt x="82707" y="51399"/>
                  <a:pt x="99182" y="39363"/>
                  <a:pt x="114805" y="33648"/>
                </a:cubicBezTo>
                <a:cubicBezTo>
                  <a:pt x="123742" y="30426"/>
                  <a:pt x="132891" y="30821"/>
                  <a:pt x="141766" y="34773"/>
                </a:cubicBezTo>
                <a:cubicBezTo>
                  <a:pt x="149669" y="38299"/>
                  <a:pt x="163803" y="55837"/>
                  <a:pt x="183013" y="45958"/>
                </a:cubicBezTo>
                <a:lnTo>
                  <a:pt x="183348" y="0"/>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53"/>
          <p:cNvSpPr/>
          <p:nvPr/>
        </p:nvSpPr>
        <p:spPr>
          <a:xfrm>
            <a:off x="5374782" y="-40261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53"/>
          <p:cNvSpPr/>
          <p:nvPr/>
        </p:nvSpPr>
        <p:spPr>
          <a:xfrm>
            <a:off x="-130074" y="-586499"/>
            <a:ext cx="3046337" cy="3596892"/>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53"/>
          <p:cNvSpPr/>
          <p:nvPr/>
        </p:nvSpPr>
        <p:spPr>
          <a:xfrm>
            <a:off x="6284300" y="1801460"/>
            <a:ext cx="3851622" cy="366332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53"/>
          <p:cNvSpPr/>
          <p:nvPr/>
        </p:nvSpPr>
        <p:spPr>
          <a:xfrm>
            <a:off x="4587299" y="3535257"/>
            <a:ext cx="5474833" cy="1824096"/>
          </a:xfrm>
          <a:custGeom>
            <a:rect b="b" l="l" r="r" t="t"/>
            <a:pathLst>
              <a:path extrusionOk="0" h="65959" w="197969">
                <a:moveTo>
                  <a:pt x="197968" y="7508"/>
                </a:moveTo>
                <a:cubicBezTo>
                  <a:pt x="197208" y="7083"/>
                  <a:pt x="196388" y="6657"/>
                  <a:pt x="195597" y="6292"/>
                </a:cubicBezTo>
                <a:cubicBezTo>
                  <a:pt x="182466" y="61"/>
                  <a:pt x="166539" y="0"/>
                  <a:pt x="153378" y="6231"/>
                </a:cubicBezTo>
                <a:cubicBezTo>
                  <a:pt x="137268" y="13891"/>
                  <a:pt x="124897" y="25381"/>
                  <a:pt x="105504" y="27843"/>
                </a:cubicBezTo>
                <a:cubicBezTo>
                  <a:pt x="85139" y="30426"/>
                  <a:pt x="65686" y="20517"/>
                  <a:pt x="46385" y="27600"/>
                </a:cubicBezTo>
                <a:cubicBezTo>
                  <a:pt x="34652" y="31885"/>
                  <a:pt x="27722" y="43709"/>
                  <a:pt x="19029" y="52676"/>
                </a:cubicBezTo>
                <a:cubicBezTo>
                  <a:pt x="13527" y="58360"/>
                  <a:pt x="7022" y="62767"/>
                  <a:pt x="1" y="65959"/>
                </a:cubicBezTo>
                <a:lnTo>
                  <a:pt x="197968" y="65959"/>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53"/>
          <p:cNvSpPr/>
          <p:nvPr/>
        </p:nvSpPr>
        <p:spPr>
          <a:xfrm>
            <a:off x="7535080" y="2295937"/>
            <a:ext cx="2600842" cy="3042133"/>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53"/>
          <p:cNvSpPr/>
          <p:nvPr/>
        </p:nvSpPr>
        <p:spPr>
          <a:xfrm>
            <a:off x="-257186" y="2619003"/>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53"/>
          <p:cNvSpPr/>
          <p:nvPr/>
        </p:nvSpPr>
        <p:spPr>
          <a:xfrm>
            <a:off x="-209260" y="3466325"/>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53"/>
          <p:cNvSpPr/>
          <p:nvPr/>
        </p:nvSpPr>
        <p:spPr>
          <a:xfrm>
            <a:off x="-209260" y="3090576"/>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53"/>
          <p:cNvSpPr/>
          <p:nvPr/>
        </p:nvSpPr>
        <p:spPr>
          <a:xfrm>
            <a:off x="-323549" y="-514273"/>
            <a:ext cx="3221171" cy="1963643"/>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1" name="Shape 21"/>
        <p:cNvGrpSpPr/>
        <p:nvPr/>
      </p:nvGrpSpPr>
      <p:grpSpPr>
        <a:xfrm>
          <a:off x="0" y="0"/>
          <a:ext cx="0" cy="0"/>
          <a:chOff x="0" y="0"/>
          <a:chExt cx="0" cy="0"/>
        </a:xfrm>
      </p:grpSpPr>
      <p:sp>
        <p:nvSpPr>
          <p:cNvPr id="22" name="Google Shape;22;p56"/>
          <p:cNvSpPr txBox="1"/>
          <p:nvPr>
            <p:ph idx="1" type="subTitle"/>
          </p:nvPr>
        </p:nvSpPr>
        <p:spPr>
          <a:xfrm>
            <a:off x="2525675" y="3178675"/>
            <a:ext cx="4092600" cy="1546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56"/>
          <p:cNvSpPr txBox="1"/>
          <p:nvPr>
            <p:ph type="title"/>
          </p:nvPr>
        </p:nvSpPr>
        <p:spPr>
          <a:xfrm>
            <a:off x="2525700" y="2741600"/>
            <a:ext cx="4092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4" name="Google Shape;24;p56"/>
          <p:cNvSpPr/>
          <p:nvPr/>
        </p:nvSpPr>
        <p:spPr>
          <a:xfrm flipH="1">
            <a:off x="6761925" y="-156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56"/>
          <p:cNvSpPr/>
          <p:nvPr/>
        </p:nvSpPr>
        <p:spPr>
          <a:xfrm rot="10800000">
            <a:off x="6946525" y="-75457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56"/>
          <p:cNvSpPr/>
          <p:nvPr/>
        </p:nvSpPr>
        <p:spPr>
          <a:xfrm flipH="1" rot="10800000">
            <a:off x="-610111" y="-420997"/>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56"/>
          <p:cNvSpPr/>
          <p:nvPr/>
        </p:nvSpPr>
        <p:spPr>
          <a:xfrm flipH="1" rot="10800000">
            <a:off x="-562185" y="-205384"/>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56"/>
          <p:cNvSpPr/>
          <p:nvPr/>
        </p:nvSpPr>
        <p:spPr>
          <a:xfrm flipH="1" rot="10800000">
            <a:off x="-562185" y="-393259"/>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29" name="Shape 29"/>
        <p:cNvGrpSpPr/>
        <p:nvPr/>
      </p:nvGrpSpPr>
      <p:grpSpPr>
        <a:xfrm>
          <a:off x="0" y="0"/>
          <a:ext cx="0" cy="0"/>
          <a:chOff x="0" y="0"/>
          <a:chExt cx="0" cy="0"/>
        </a:xfrm>
      </p:grpSpPr>
      <p:sp>
        <p:nvSpPr>
          <p:cNvPr id="30" name="Google Shape;30;g1bbddf71bfd_0_267"/>
          <p:cNvSpPr txBox="1"/>
          <p:nvPr>
            <p:ph type="title"/>
          </p:nvPr>
        </p:nvSpPr>
        <p:spPr>
          <a:xfrm>
            <a:off x="720000" y="1874875"/>
            <a:ext cx="244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g1bbddf71bfd_0_267"/>
          <p:cNvSpPr txBox="1"/>
          <p:nvPr>
            <p:ph idx="2" type="title"/>
          </p:nvPr>
        </p:nvSpPr>
        <p:spPr>
          <a:xfrm>
            <a:off x="720000" y="13305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2" name="Google Shape;32;g1bbddf71bfd_0_267"/>
          <p:cNvSpPr txBox="1"/>
          <p:nvPr>
            <p:ph idx="1" type="subTitle"/>
          </p:nvPr>
        </p:nvSpPr>
        <p:spPr>
          <a:xfrm>
            <a:off x="720000" y="2325813"/>
            <a:ext cx="2444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1bbddf71bfd_0_267"/>
          <p:cNvSpPr txBox="1"/>
          <p:nvPr>
            <p:ph idx="3" type="title"/>
          </p:nvPr>
        </p:nvSpPr>
        <p:spPr>
          <a:xfrm>
            <a:off x="3327300" y="1874875"/>
            <a:ext cx="2597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g1bbddf71bfd_0_267"/>
          <p:cNvSpPr txBox="1"/>
          <p:nvPr>
            <p:ph idx="4" type="title"/>
          </p:nvPr>
        </p:nvSpPr>
        <p:spPr>
          <a:xfrm>
            <a:off x="3327300" y="13305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5" name="Google Shape;35;g1bbddf71bfd_0_267"/>
          <p:cNvSpPr txBox="1"/>
          <p:nvPr>
            <p:ph idx="5" type="subTitle"/>
          </p:nvPr>
        </p:nvSpPr>
        <p:spPr>
          <a:xfrm>
            <a:off x="3327300" y="2329300"/>
            <a:ext cx="2597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g1bbddf71bfd_0_267"/>
          <p:cNvSpPr txBox="1"/>
          <p:nvPr>
            <p:ph idx="6" type="title"/>
          </p:nvPr>
        </p:nvSpPr>
        <p:spPr>
          <a:xfrm>
            <a:off x="6087600" y="1874875"/>
            <a:ext cx="244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 name="Google Shape;37;g1bbddf71bfd_0_267"/>
          <p:cNvSpPr txBox="1"/>
          <p:nvPr>
            <p:ph idx="7" type="title"/>
          </p:nvPr>
        </p:nvSpPr>
        <p:spPr>
          <a:xfrm>
            <a:off x="6087600" y="13305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8" name="Google Shape;38;g1bbddf71bfd_0_267"/>
          <p:cNvSpPr txBox="1"/>
          <p:nvPr>
            <p:ph idx="8" type="subTitle"/>
          </p:nvPr>
        </p:nvSpPr>
        <p:spPr>
          <a:xfrm>
            <a:off x="6087600" y="2329300"/>
            <a:ext cx="2444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g1bbddf71bfd_0_267"/>
          <p:cNvSpPr txBox="1"/>
          <p:nvPr>
            <p:ph idx="9" type="title"/>
          </p:nvPr>
        </p:nvSpPr>
        <p:spPr>
          <a:xfrm>
            <a:off x="720000" y="3664275"/>
            <a:ext cx="244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g1bbddf71bfd_0_267"/>
          <p:cNvSpPr txBox="1"/>
          <p:nvPr>
            <p:ph idx="13" type="title"/>
          </p:nvPr>
        </p:nvSpPr>
        <p:spPr>
          <a:xfrm>
            <a:off x="720000" y="31199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1" name="Google Shape;41;g1bbddf71bfd_0_267"/>
          <p:cNvSpPr txBox="1"/>
          <p:nvPr>
            <p:ph idx="14" type="subTitle"/>
          </p:nvPr>
        </p:nvSpPr>
        <p:spPr>
          <a:xfrm>
            <a:off x="720000" y="4118700"/>
            <a:ext cx="2444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g1bbddf71bfd_0_267"/>
          <p:cNvSpPr txBox="1"/>
          <p:nvPr>
            <p:ph idx="15" type="title"/>
          </p:nvPr>
        </p:nvSpPr>
        <p:spPr>
          <a:xfrm>
            <a:off x="3327300" y="3664275"/>
            <a:ext cx="2597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3" name="Google Shape;43;g1bbddf71bfd_0_267"/>
          <p:cNvSpPr txBox="1"/>
          <p:nvPr>
            <p:ph idx="16" type="title"/>
          </p:nvPr>
        </p:nvSpPr>
        <p:spPr>
          <a:xfrm>
            <a:off x="3327300" y="31199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4" name="Google Shape;44;g1bbddf71bfd_0_267"/>
          <p:cNvSpPr txBox="1"/>
          <p:nvPr>
            <p:ph idx="17" type="subTitle"/>
          </p:nvPr>
        </p:nvSpPr>
        <p:spPr>
          <a:xfrm>
            <a:off x="3327300" y="4118700"/>
            <a:ext cx="2597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g1bbddf71bfd_0_267"/>
          <p:cNvSpPr txBox="1"/>
          <p:nvPr>
            <p:ph idx="18" type="title"/>
          </p:nvPr>
        </p:nvSpPr>
        <p:spPr>
          <a:xfrm>
            <a:off x="6087600" y="3664275"/>
            <a:ext cx="244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6" name="Google Shape;46;g1bbddf71bfd_0_267"/>
          <p:cNvSpPr txBox="1"/>
          <p:nvPr>
            <p:ph idx="19" type="title"/>
          </p:nvPr>
        </p:nvSpPr>
        <p:spPr>
          <a:xfrm>
            <a:off x="6087600" y="3119975"/>
            <a:ext cx="13341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7" name="Google Shape;47;g1bbddf71bfd_0_267"/>
          <p:cNvSpPr txBox="1"/>
          <p:nvPr>
            <p:ph idx="20" type="subTitle"/>
          </p:nvPr>
        </p:nvSpPr>
        <p:spPr>
          <a:xfrm>
            <a:off x="6087600" y="4118700"/>
            <a:ext cx="2444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g1bbddf71bfd_0_267"/>
          <p:cNvSpPr txBox="1"/>
          <p:nvPr>
            <p:ph idx="21"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sz="3000">
                <a:solidFill>
                  <a:schemeClr val="accent1"/>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9" name="Google Shape;49;g1bbddf71bfd_0_267"/>
          <p:cNvSpPr/>
          <p:nvPr/>
        </p:nvSpPr>
        <p:spPr>
          <a:xfrm flipH="1">
            <a:off x="6449100" y="-437475"/>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g1bbddf71bfd_0_267"/>
          <p:cNvSpPr/>
          <p:nvPr/>
        </p:nvSpPr>
        <p:spPr>
          <a:xfrm rot="10800000">
            <a:off x="7074850" y="-62625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2"/>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46A9E7">
            <a:alpha val="5882"/>
          </a:srgbClr>
        </a:solidFill>
      </p:bgPr>
    </p:bg>
    <p:spTree>
      <p:nvGrpSpPr>
        <p:cNvPr id="51" name="Shape 51"/>
        <p:cNvGrpSpPr/>
        <p:nvPr/>
      </p:nvGrpSpPr>
      <p:grpSpPr>
        <a:xfrm>
          <a:off x="0" y="0"/>
          <a:ext cx="0" cy="0"/>
          <a:chOff x="0" y="0"/>
          <a:chExt cx="0" cy="0"/>
        </a:xfrm>
      </p:grpSpPr>
      <p:sp>
        <p:nvSpPr>
          <p:cNvPr id="52" name="Google Shape;52;p64"/>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3" name="Google Shape;53;p64"/>
          <p:cNvSpPr txBox="1"/>
          <p:nvPr>
            <p:ph idx="2" type="title"/>
          </p:nvPr>
        </p:nvSpPr>
        <p:spPr>
          <a:xfrm>
            <a:off x="2996550" y="1502600"/>
            <a:ext cx="31509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54" name="Google Shape;54;p64"/>
          <p:cNvSpPr txBox="1"/>
          <p:nvPr>
            <p:ph idx="1" type="subTitle"/>
          </p:nvPr>
        </p:nvSpPr>
        <p:spPr>
          <a:xfrm>
            <a:off x="2391925" y="3132175"/>
            <a:ext cx="43602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55" name="Google Shape;55;p64"/>
          <p:cNvSpPr/>
          <p:nvPr/>
        </p:nvSpPr>
        <p:spPr>
          <a:xfrm rot="-5400000">
            <a:off x="5038149" y="-109009"/>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64"/>
          <p:cNvSpPr/>
          <p:nvPr/>
        </p:nvSpPr>
        <p:spPr>
          <a:xfrm rot="-5400000">
            <a:off x="6050126" y="-494318"/>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64"/>
          <p:cNvSpPr/>
          <p:nvPr/>
        </p:nvSpPr>
        <p:spPr>
          <a:xfrm rot="-5400000">
            <a:off x="7829613" y="173953"/>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64"/>
          <p:cNvSpPr/>
          <p:nvPr/>
        </p:nvSpPr>
        <p:spPr>
          <a:xfrm rot="5400000">
            <a:off x="263245" y="-1358480"/>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64"/>
          <p:cNvSpPr/>
          <p:nvPr/>
        </p:nvSpPr>
        <p:spPr>
          <a:xfrm rot="5400000">
            <a:off x="-2117939" y="1205889"/>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4"/>
          <p:cNvSpPr/>
          <p:nvPr/>
        </p:nvSpPr>
        <p:spPr>
          <a:xfrm rot="5400000">
            <a:off x="-562154" y="-349897"/>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1" name="Shape 61"/>
        <p:cNvGrpSpPr/>
        <p:nvPr/>
      </p:nvGrpSpPr>
      <p:grpSpPr>
        <a:xfrm>
          <a:off x="0" y="0"/>
          <a:ext cx="0" cy="0"/>
          <a:chOff x="0" y="0"/>
          <a:chExt cx="0" cy="0"/>
        </a:xfrm>
      </p:grpSpPr>
      <p:sp>
        <p:nvSpPr>
          <p:cNvPr id="62" name="Google Shape;62;p66"/>
          <p:cNvSpPr txBox="1"/>
          <p:nvPr>
            <p:ph type="title"/>
          </p:nvPr>
        </p:nvSpPr>
        <p:spPr>
          <a:xfrm>
            <a:off x="715100" y="535000"/>
            <a:ext cx="4360500" cy="897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solidFill>
                  <a:schemeClr val="dk1"/>
                </a:solidFill>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ittle Only 2 1">
  <p:cSld name=" Tittle Only 2">
    <p:spTree>
      <p:nvGrpSpPr>
        <p:cNvPr id="63" name="Shape 63"/>
        <p:cNvGrpSpPr/>
        <p:nvPr/>
      </p:nvGrpSpPr>
      <p:grpSpPr>
        <a:xfrm>
          <a:off x="0" y="0"/>
          <a:ext cx="0" cy="0"/>
          <a:chOff x="0" y="0"/>
          <a:chExt cx="0" cy="0"/>
        </a:xfrm>
      </p:grpSpPr>
      <p:sp>
        <p:nvSpPr>
          <p:cNvPr id="64" name="Google Shape;64;g1bbaa8f0957_4_173"/>
          <p:cNvSpPr/>
          <p:nvPr/>
        </p:nvSpPr>
        <p:spPr>
          <a:xfrm rot="10800000">
            <a:off x="-1899393" y="401454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g1bbaa8f0957_4_173"/>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66" name="Google Shape;66;g1bbaa8f0957_4_173"/>
          <p:cNvSpPr/>
          <p:nvPr/>
        </p:nvSpPr>
        <p:spPr>
          <a:xfrm rot="-5400000">
            <a:off x="7829613" y="173953"/>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ittle Only 1 1">
  <p:cSld name=" Tittle Only 1">
    <p:spTree>
      <p:nvGrpSpPr>
        <p:cNvPr id="67" name="Shape 67"/>
        <p:cNvGrpSpPr/>
        <p:nvPr/>
      </p:nvGrpSpPr>
      <p:grpSpPr>
        <a:xfrm>
          <a:off x="0" y="0"/>
          <a:ext cx="0" cy="0"/>
          <a:chOff x="0" y="0"/>
          <a:chExt cx="0" cy="0"/>
        </a:xfrm>
      </p:grpSpPr>
      <p:sp>
        <p:nvSpPr>
          <p:cNvPr id="68" name="Google Shape;68;g1bbaa8f0957_4_177"/>
          <p:cNvSpPr/>
          <p:nvPr/>
        </p:nvSpPr>
        <p:spPr>
          <a:xfrm>
            <a:off x="6053282" y="-40261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g1bbaa8f0957_4_177"/>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70" name="Google Shape;70;g1bbaa8f0957_4_177"/>
          <p:cNvSpPr/>
          <p:nvPr/>
        </p:nvSpPr>
        <p:spPr>
          <a:xfrm rot="10800000">
            <a:off x="7074850" y="-62625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2"/>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71" name="Shape 71"/>
        <p:cNvGrpSpPr/>
        <p:nvPr/>
      </p:nvGrpSpPr>
      <p:grpSpPr>
        <a:xfrm>
          <a:off x="0" y="0"/>
          <a:ext cx="0" cy="0"/>
          <a:chOff x="0" y="0"/>
          <a:chExt cx="0" cy="0"/>
        </a:xfrm>
      </p:grpSpPr>
      <p:sp>
        <p:nvSpPr>
          <p:cNvPr id="72" name="Google Shape;72;p57"/>
          <p:cNvSpPr txBox="1"/>
          <p:nvPr>
            <p:ph idx="1" type="subTitle"/>
          </p:nvPr>
        </p:nvSpPr>
        <p:spPr>
          <a:xfrm>
            <a:off x="813150" y="2327525"/>
            <a:ext cx="3556800" cy="1546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rgbClr val="000000"/>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3" name="Google Shape;73;p57"/>
          <p:cNvSpPr txBox="1"/>
          <p:nvPr>
            <p:ph type="title"/>
          </p:nvPr>
        </p:nvSpPr>
        <p:spPr>
          <a:xfrm>
            <a:off x="813150" y="1567975"/>
            <a:ext cx="45522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74" name="Google Shape;74;p57"/>
          <p:cNvSpPr/>
          <p:nvPr/>
        </p:nvSpPr>
        <p:spPr>
          <a:xfrm>
            <a:off x="-917811" y="3189990"/>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57"/>
          <p:cNvSpPr/>
          <p:nvPr/>
        </p:nvSpPr>
        <p:spPr>
          <a:xfrm>
            <a:off x="-869885" y="3849437"/>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rgbClr val="BCDFF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7"/>
          <p:cNvSpPr/>
          <p:nvPr/>
        </p:nvSpPr>
        <p:spPr>
          <a:xfrm>
            <a:off x="-869885" y="3661564"/>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74"/>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79" name="Google Shape;79;p74"/>
          <p:cNvSpPr txBox="1"/>
          <p:nvPr>
            <p:ph idx="1" type="body"/>
          </p:nvPr>
        </p:nvSpPr>
        <p:spPr>
          <a:xfrm>
            <a:off x="720000" y="1152475"/>
            <a:ext cx="33222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rgbClr val="434343"/>
              </a:buClr>
              <a:buSzPts val="1400"/>
              <a:buChar char="●"/>
              <a:defRPr sz="1400">
                <a:solidFill>
                  <a:srgbClr val="434343"/>
                </a:solidFill>
              </a:defRPr>
            </a:lvl1pPr>
            <a:lvl2pPr indent="-317500" lvl="1" marL="914400" algn="l">
              <a:lnSpc>
                <a:spcPct val="115000"/>
              </a:lnSpc>
              <a:spcBef>
                <a:spcPts val="0"/>
              </a:spcBef>
              <a:spcAft>
                <a:spcPts val="0"/>
              </a:spcAft>
              <a:buClr>
                <a:srgbClr val="434343"/>
              </a:buClr>
              <a:buSzPts val="1400"/>
              <a:buChar char="○"/>
              <a:defRPr>
                <a:solidFill>
                  <a:srgbClr val="434343"/>
                </a:solidFill>
              </a:defRPr>
            </a:lvl2pPr>
            <a:lvl3pPr indent="-317500" lvl="2" marL="1371600" algn="l">
              <a:lnSpc>
                <a:spcPct val="115000"/>
              </a:lnSpc>
              <a:spcBef>
                <a:spcPts val="0"/>
              </a:spcBef>
              <a:spcAft>
                <a:spcPts val="0"/>
              </a:spcAft>
              <a:buClr>
                <a:srgbClr val="434343"/>
              </a:buClr>
              <a:buSzPts val="1400"/>
              <a:buChar char="■"/>
              <a:defRPr>
                <a:solidFill>
                  <a:srgbClr val="434343"/>
                </a:solidFill>
              </a:defRPr>
            </a:lvl3pPr>
            <a:lvl4pPr indent="-317500" lvl="3" marL="1828800" algn="l">
              <a:lnSpc>
                <a:spcPct val="115000"/>
              </a:lnSpc>
              <a:spcBef>
                <a:spcPts val="0"/>
              </a:spcBef>
              <a:spcAft>
                <a:spcPts val="0"/>
              </a:spcAft>
              <a:buClr>
                <a:srgbClr val="434343"/>
              </a:buClr>
              <a:buSzPts val="1400"/>
              <a:buChar char="●"/>
              <a:defRPr>
                <a:solidFill>
                  <a:srgbClr val="434343"/>
                </a:solidFill>
              </a:defRPr>
            </a:lvl4pPr>
            <a:lvl5pPr indent="-317500" lvl="4" marL="2286000" algn="l">
              <a:lnSpc>
                <a:spcPct val="115000"/>
              </a:lnSpc>
              <a:spcBef>
                <a:spcPts val="0"/>
              </a:spcBef>
              <a:spcAft>
                <a:spcPts val="0"/>
              </a:spcAft>
              <a:buClr>
                <a:srgbClr val="434343"/>
              </a:buClr>
              <a:buSzPts val="1400"/>
              <a:buChar char="○"/>
              <a:defRPr>
                <a:solidFill>
                  <a:srgbClr val="434343"/>
                </a:solidFill>
              </a:defRPr>
            </a:lvl5pPr>
            <a:lvl6pPr indent="-317500" lvl="5" marL="2743200" algn="l">
              <a:lnSpc>
                <a:spcPct val="115000"/>
              </a:lnSpc>
              <a:spcBef>
                <a:spcPts val="0"/>
              </a:spcBef>
              <a:spcAft>
                <a:spcPts val="0"/>
              </a:spcAft>
              <a:buClr>
                <a:srgbClr val="434343"/>
              </a:buClr>
              <a:buSzPts val="1400"/>
              <a:buChar char="■"/>
              <a:defRPr>
                <a:solidFill>
                  <a:srgbClr val="434343"/>
                </a:solidFill>
              </a:defRPr>
            </a:lvl6pPr>
            <a:lvl7pPr indent="-317500" lvl="6" marL="3200400" algn="l">
              <a:lnSpc>
                <a:spcPct val="115000"/>
              </a:lnSpc>
              <a:spcBef>
                <a:spcPts val="0"/>
              </a:spcBef>
              <a:spcAft>
                <a:spcPts val="0"/>
              </a:spcAft>
              <a:buClr>
                <a:srgbClr val="434343"/>
              </a:buClr>
              <a:buSzPts val="1400"/>
              <a:buChar char="●"/>
              <a:defRPr>
                <a:solidFill>
                  <a:srgbClr val="434343"/>
                </a:solidFill>
              </a:defRPr>
            </a:lvl7pPr>
            <a:lvl8pPr indent="-317500" lvl="7" marL="3657600" algn="l">
              <a:lnSpc>
                <a:spcPct val="115000"/>
              </a:lnSpc>
              <a:spcBef>
                <a:spcPts val="0"/>
              </a:spcBef>
              <a:spcAft>
                <a:spcPts val="0"/>
              </a:spcAft>
              <a:buClr>
                <a:srgbClr val="434343"/>
              </a:buClr>
              <a:buSzPts val="1400"/>
              <a:buChar char="○"/>
              <a:defRPr>
                <a:solidFill>
                  <a:srgbClr val="434343"/>
                </a:solidFill>
              </a:defRPr>
            </a:lvl8pPr>
            <a:lvl9pPr indent="-317500" lvl="8" marL="4114800" algn="l">
              <a:lnSpc>
                <a:spcPct val="115000"/>
              </a:lnSpc>
              <a:spcBef>
                <a:spcPts val="0"/>
              </a:spcBef>
              <a:spcAft>
                <a:spcPts val="0"/>
              </a:spcAft>
              <a:buClr>
                <a:srgbClr val="434343"/>
              </a:buClr>
              <a:buSzPts val="1400"/>
              <a:buChar char="■"/>
              <a:defRPr>
                <a:solidFill>
                  <a:srgbClr val="434343"/>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0" name="Shape 80"/>
        <p:cNvGrpSpPr/>
        <p:nvPr/>
      </p:nvGrpSpPr>
      <p:grpSpPr>
        <a:xfrm>
          <a:off x="0" y="0"/>
          <a:ext cx="0" cy="0"/>
          <a:chOff x="0" y="0"/>
          <a:chExt cx="0" cy="0"/>
        </a:xfrm>
      </p:grpSpPr>
      <p:sp>
        <p:nvSpPr>
          <p:cNvPr id="81" name="Google Shape;81;p75"/>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76"/>
          <p:cNvSpPr txBox="1"/>
          <p:nvPr>
            <p:ph type="title"/>
          </p:nvPr>
        </p:nvSpPr>
        <p:spPr>
          <a:xfrm>
            <a:off x="720000" y="367423"/>
            <a:ext cx="77040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84" name="Google Shape;84;p76"/>
          <p:cNvSpPr txBox="1"/>
          <p:nvPr>
            <p:ph idx="1" type="subTitle"/>
          </p:nvPr>
        </p:nvSpPr>
        <p:spPr>
          <a:xfrm>
            <a:off x="2241550" y="1348750"/>
            <a:ext cx="4661100" cy="168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85" name="Shape 85"/>
        <p:cNvGrpSpPr/>
        <p:nvPr/>
      </p:nvGrpSpPr>
      <p:grpSpPr>
        <a:xfrm>
          <a:off x="0" y="0"/>
          <a:ext cx="0" cy="0"/>
          <a:chOff x="0" y="0"/>
          <a:chExt cx="0" cy="0"/>
        </a:xfrm>
      </p:grpSpPr>
      <p:sp>
        <p:nvSpPr>
          <p:cNvPr id="86" name="Google Shape;86;p78"/>
          <p:cNvSpPr txBox="1"/>
          <p:nvPr>
            <p:ph idx="1" type="subTitle"/>
          </p:nvPr>
        </p:nvSpPr>
        <p:spPr>
          <a:xfrm>
            <a:off x="1181425" y="2303125"/>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2500">
                <a:latin typeface="Bebas Neue"/>
                <a:ea typeface="Bebas Neue"/>
                <a:cs typeface="Bebas Neue"/>
                <a:sym typeface="Bebas Neue"/>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87" name="Google Shape;87;p78"/>
          <p:cNvSpPr txBox="1"/>
          <p:nvPr>
            <p:ph idx="2" type="subTitle"/>
          </p:nvPr>
        </p:nvSpPr>
        <p:spPr>
          <a:xfrm>
            <a:off x="4836300" y="2303125"/>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2500">
                <a:latin typeface="Bebas Neue"/>
                <a:ea typeface="Bebas Neue"/>
                <a:cs typeface="Bebas Neue"/>
                <a:sym typeface="Bebas Neue"/>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88" name="Google Shape;88;p78"/>
          <p:cNvSpPr txBox="1"/>
          <p:nvPr>
            <p:ph idx="3" type="subTitle"/>
          </p:nvPr>
        </p:nvSpPr>
        <p:spPr>
          <a:xfrm>
            <a:off x="1181425" y="2917150"/>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9" name="Google Shape;89;p78"/>
          <p:cNvSpPr txBox="1"/>
          <p:nvPr>
            <p:ph idx="4" type="subTitle"/>
          </p:nvPr>
        </p:nvSpPr>
        <p:spPr>
          <a:xfrm>
            <a:off x="4836300" y="2917150"/>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0" name="Google Shape;90;p78"/>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91" name="Shape 91"/>
        <p:cNvGrpSpPr/>
        <p:nvPr/>
      </p:nvGrpSpPr>
      <p:grpSpPr>
        <a:xfrm>
          <a:off x="0" y="0"/>
          <a:ext cx="0" cy="0"/>
          <a:chOff x="0" y="0"/>
          <a:chExt cx="0" cy="0"/>
        </a:xfrm>
      </p:grpSpPr>
      <p:sp>
        <p:nvSpPr>
          <p:cNvPr id="92" name="Google Shape;92;p79"/>
          <p:cNvSpPr txBox="1"/>
          <p:nvPr>
            <p:ph type="title"/>
          </p:nvPr>
        </p:nvSpPr>
        <p:spPr>
          <a:xfrm>
            <a:off x="1195863" y="16828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93" name="Google Shape;93;p79"/>
          <p:cNvSpPr txBox="1"/>
          <p:nvPr>
            <p:ph idx="1" type="subTitle"/>
          </p:nvPr>
        </p:nvSpPr>
        <p:spPr>
          <a:xfrm>
            <a:off x="1195863" y="22693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4" name="Google Shape;94;p79"/>
          <p:cNvSpPr txBox="1"/>
          <p:nvPr>
            <p:ph idx="2" type="title"/>
          </p:nvPr>
        </p:nvSpPr>
        <p:spPr>
          <a:xfrm>
            <a:off x="5081043" y="16828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95" name="Google Shape;95;p79"/>
          <p:cNvSpPr txBox="1"/>
          <p:nvPr>
            <p:ph idx="3" type="subTitle"/>
          </p:nvPr>
        </p:nvSpPr>
        <p:spPr>
          <a:xfrm>
            <a:off x="5081043" y="22693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6" name="Google Shape;96;p79"/>
          <p:cNvSpPr txBox="1"/>
          <p:nvPr>
            <p:ph idx="4" type="title"/>
          </p:nvPr>
        </p:nvSpPr>
        <p:spPr>
          <a:xfrm>
            <a:off x="1195863" y="31162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97" name="Google Shape;97;p79"/>
          <p:cNvSpPr txBox="1"/>
          <p:nvPr>
            <p:ph idx="5" type="subTitle"/>
          </p:nvPr>
        </p:nvSpPr>
        <p:spPr>
          <a:xfrm>
            <a:off x="1195863" y="37027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8" name="Google Shape;98;p79"/>
          <p:cNvSpPr txBox="1"/>
          <p:nvPr>
            <p:ph idx="6" type="title"/>
          </p:nvPr>
        </p:nvSpPr>
        <p:spPr>
          <a:xfrm>
            <a:off x="5081043" y="31162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99" name="Google Shape;99;p79"/>
          <p:cNvSpPr txBox="1"/>
          <p:nvPr>
            <p:ph idx="7" type="subTitle"/>
          </p:nvPr>
        </p:nvSpPr>
        <p:spPr>
          <a:xfrm>
            <a:off x="5081043" y="37027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0" name="Google Shape;100;p79"/>
          <p:cNvSpPr txBox="1"/>
          <p:nvPr>
            <p:ph idx="8"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01" name="Shape 101"/>
        <p:cNvGrpSpPr/>
        <p:nvPr/>
      </p:nvGrpSpPr>
      <p:grpSpPr>
        <a:xfrm>
          <a:off x="0" y="0"/>
          <a:ext cx="0" cy="0"/>
          <a:chOff x="0" y="0"/>
          <a:chExt cx="0" cy="0"/>
        </a:xfrm>
      </p:grpSpPr>
      <p:sp>
        <p:nvSpPr>
          <p:cNvPr id="102" name="Google Shape;102;p80"/>
          <p:cNvSpPr txBox="1"/>
          <p:nvPr>
            <p:ph type="title"/>
          </p:nvPr>
        </p:nvSpPr>
        <p:spPr>
          <a:xfrm>
            <a:off x="720000"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03" name="Google Shape;103;p80"/>
          <p:cNvSpPr txBox="1"/>
          <p:nvPr>
            <p:ph idx="1" type="subTitle"/>
          </p:nvPr>
        </p:nvSpPr>
        <p:spPr>
          <a:xfrm>
            <a:off x="720000"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4" name="Google Shape;104;p80"/>
          <p:cNvSpPr txBox="1"/>
          <p:nvPr>
            <p:ph idx="2" type="title"/>
          </p:nvPr>
        </p:nvSpPr>
        <p:spPr>
          <a:xfrm>
            <a:off x="3419269"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05" name="Google Shape;105;p80"/>
          <p:cNvSpPr txBox="1"/>
          <p:nvPr>
            <p:ph idx="3" type="subTitle"/>
          </p:nvPr>
        </p:nvSpPr>
        <p:spPr>
          <a:xfrm>
            <a:off x="3419269"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6" name="Google Shape;106;p80"/>
          <p:cNvSpPr txBox="1"/>
          <p:nvPr>
            <p:ph idx="4" type="title"/>
          </p:nvPr>
        </p:nvSpPr>
        <p:spPr>
          <a:xfrm>
            <a:off x="720000"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07" name="Google Shape;107;p80"/>
          <p:cNvSpPr txBox="1"/>
          <p:nvPr>
            <p:ph idx="5" type="subTitle"/>
          </p:nvPr>
        </p:nvSpPr>
        <p:spPr>
          <a:xfrm>
            <a:off x="720000"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8" name="Google Shape;108;p80"/>
          <p:cNvSpPr txBox="1"/>
          <p:nvPr>
            <p:ph idx="6" type="title"/>
          </p:nvPr>
        </p:nvSpPr>
        <p:spPr>
          <a:xfrm>
            <a:off x="3419269"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09" name="Google Shape;109;p80"/>
          <p:cNvSpPr txBox="1"/>
          <p:nvPr>
            <p:ph idx="7" type="subTitle"/>
          </p:nvPr>
        </p:nvSpPr>
        <p:spPr>
          <a:xfrm>
            <a:off x="3419269"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0" name="Google Shape;110;p80"/>
          <p:cNvSpPr txBox="1"/>
          <p:nvPr>
            <p:ph idx="8" type="title"/>
          </p:nvPr>
        </p:nvSpPr>
        <p:spPr>
          <a:xfrm>
            <a:off x="6118545"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11" name="Google Shape;111;p80"/>
          <p:cNvSpPr txBox="1"/>
          <p:nvPr>
            <p:ph idx="9" type="subTitle"/>
          </p:nvPr>
        </p:nvSpPr>
        <p:spPr>
          <a:xfrm>
            <a:off x="6118545"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2" name="Google Shape;112;p80"/>
          <p:cNvSpPr txBox="1"/>
          <p:nvPr>
            <p:ph idx="13" type="title"/>
          </p:nvPr>
        </p:nvSpPr>
        <p:spPr>
          <a:xfrm>
            <a:off x="6118545"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13" name="Google Shape;113;p80"/>
          <p:cNvSpPr txBox="1"/>
          <p:nvPr>
            <p:ph idx="14" type="subTitle"/>
          </p:nvPr>
        </p:nvSpPr>
        <p:spPr>
          <a:xfrm>
            <a:off x="6118545"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4" name="Google Shape;114;p80"/>
          <p:cNvSpPr txBox="1"/>
          <p:nvPr>
            <p:ph idx="15"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15" name="Shape 115"/>
        <p:cNvGrpSpPr/>
        <p:nvPr/>
      </p:nvGrpSpPr>
      <p:grpSpPr>
        <a:xfrm>
          <a:off x="0" y="0"/>
          <a:ext cx="0" cy="0"/>
          <a:chOff x="0" y="0"/>
          <a:chExt cx="0" cy="0"/>
        </a:xfrm>
      </p:grpSpPr>
      <p:sp>
        <p:nvSpPr>
          <p:cNvPr id="116" name="Google Shape;116;p81"/>
          <p:cNvSpPr/>
          <p:nvPr/>
        </p:nvSpPr>
        <p:spPr>
          <a:xfrm rot="5400000">
            <a:off x="-524808" y="1494138"/>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81"/>
          <p:cNvSpPr/>
          <p:nvPr/>
        </p:nvSpPr>
        <p:spPr>
          <a:xfrm rot="5400000">
            <a:off x="-5817" y="2639785"/>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81"/>
          <p:cNvSpPr/>
          <p:nvPr/>
        </p:nvSpPr>
        <p:spPr>
          <a:xfrm rot="5400000">
            <a:off x="-674076" y="4419276"/>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81"/>
          <p:cNvSpPr/>
          <p:nvPr/>
        </p:nvSpPr>
        <p:spPr>
          <a:xfrm rot="-5400000">
            <a:off x="5073598" y="3095424"/>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81"/>
          <p:cNvSpPr/>
          <p:nvPr/>
        </p:nvSpPr>
        <p:spPr>
          <a:xfrm rot="-5400000">
            <a:off x="4698222" y="1827745"/>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81"/>
          <p:cNvSpPr/>
          <p:nvPr/>
        </p:nvSpPr>
        <p:spPr>
          <a:xfrm rot="-5400000">
            <a:off x="5697212" y="2826735"/>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22" name="Shape 122"/>
        <p:cNvGrpSpPr/>
        <p:nvPr/>
      </p:nvGrpSpPr>
      <p:grpSpPr>
        <a:xfrm>
          <a:off x="0" y="0"/>
          <a:ext cx="0" cy="0"/>
          <a:chOff x="0" y="0"/>
          <a:chExt cx="0" cy="0"/>
        </a:xfrm>
      </p:grpSpPr>
      <p:sp>
        <p:nvSpPr>
          <p:cNvPr id="123" name="Google Shape;123;p82"/>
          <p:cNvSpPr/>
          <p:nvPr/>
        </p:nvSpPr>
        <p:spPr>
          <a:xfrm flipH="1">
            <a:off x="6761925" y="-156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82"/>
          <p:cNvSpPr/>
          <p:nvPr/>
        </p:nvSpPr>
        <p:spPr>
          <a:xfrm rot="10800000">
            <a:off x="6946525" y="-75457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82"/>
          <p:cNvSpPr/>
          <p:nvPr/>
        </p:nvSpPr>
        <p:spPr>
          <a:xfrm flipH="1" rot="10800000">
            <a:off x="-610111" y="-420997"/>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82"/>
          <p:cNvSpPr/>
          <p:nvPr/>
        </p:nvSpPr>
        <p:spPr>
          <a:xfrm flipH="1" rot="10800000">
            <a:off x="-562185" y="-205384"/>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82"/>
          <p:cNvSpPr/>
          <p:nvPr/>
        </p:nvSpPr>
        <p:spPr>
          <a:xfrm flipH="1" rot="10800000">
            <a:off x="-562185" y="-393259"/>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_1">
    <p:spTree>
      <p:nvGrpSpPr>
        <p:cNvPr id="128" name="Shape 128"/>
        <p:cNvGrpSpPr/>
        <p:nvPr/>
      </p:nvGrpSpPr>
      <p:grpSpPr>
        <a:xfrm>
          <a:off x="0" y="0"/>
          <a:ext cx="0" cy="0"/>
          <a:chOff x="0" y="0"/>
          <a:chExt cx="0" cy="0"/>
        </a:xfrm>
      </p:grpSpPr>
      <p:sp>
        <p:nvSpPr>
          <p:cNvPr id="129" name="Google Shape;129;p83"/>
          <p:cNvSpPr txBox="1"/>
          <p:nvPr>
            <p:ph idx="12" type="sldNum"/>
          </p:nvPr>
        </p:nvSpPr>
        <p:spPr>
          <a:xfrm>
            <a:off x="8404384" y="4673651"/>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30" name="Google Shape;130;p83"/>
          <p:cNvSpPr/>
          <p:nvPr/>
        </p:nvSpPr>
        <p:spPr>
          <a:xfrm flipH="1" rot="10800000">
            <a:off x="659175" y="-328750"/>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83"/>
          <p:cNvSpPr/>
          <p:nvPr/>
        </p:nvSpPr>
        <p:spPr>
          <a:xfrm flipH="1" rot="10800000">
            <a:off x="-154025" y="-157975"/>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83"/>
          <p:cNvSpPr/>
          <p:nvPr/>
        </p:nvSpPr>
        <p:spPr>
          <a:xfrm flipH="1" rot="10800000">
            <a:off x="-110700" y="-13290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83"/>
          <p:cNvSpPr/>
          <p:nvPr/>
        </p:nvSpPr>
        <p:spPr>
          <a:xfrm rot="10800000">
            <a:off x="6425950" y="2109538"/>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83"/>
          <p:cNvSpPr/>
          <p:nvPr/>
        </p:nvSpPr>
        <p:spPr>
          <a:xfrm rot="10800000">
            <a:off x="6267900" y="3462388"/>
            <a:ext cx="2911925" cy="1775125"/>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83"/>
          <p:cNvSpPr/>
          <p:nvPr/>
        </p:nvSpPr>
        <p:spPr>
          <a:xfrm rot="10800000">
            <a:off x="7368975" y="4533838"/>
            <a:ext cx="1810850" cy="703675"/>
          </a:xfrm>
          <a:custGeom>
            <a:rect b="b" l="l" r="r" t="t"/>
            <a:pathLst>
              <a:path extrusionOk="0" h="28147" w="72434">
                <a:moveTo>
                  <a:pt x="0" y="0"/>
                </a:moveTo>
                <a:lnTo>
                  <a:pt x="0" y="28147"/>
                </a:lnTo>
                <a:cubicBezTo>
                  <a:pt x="4012" y="26870"/>
                  <a:pt x="8177" y="26110"/>
                  <a:pt x="12310" y="25745"/>
                </a:cubicBezTo>
                <a:cubicBezTo>
                  <a:pt x="21247" y="24955"/>
                  <a:pt x="30274" y="25563"/>
                  <a:pt x="39180" y="24682"/>
                </a:cubicBezTo>
                <a:cubicBezTo>
                  <a:pt x="48117" y="23800"/>
                  <a:pt x="57235" y="21308"/>
                  <a:pt x="64074" y="15107"/>
                </a:cubicBezTo>
                <a:cubicBezTo>
                  <a:pt x="68299" y="11277"/>
                  <a:pt x="71400" y="5745"/>
                  <a:pt x="724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BLANK_1_1_1_1_1_1_1_1_1_1">
    <p:bg>
      <p:bgPr>
        <a:solidFill>
          <a:srgbClr val="46A9E7">
            <a:alpha val="5882"/>
          </a:srgbClr>
        </a:solidFill>
      </p:bgPr>
    </p:bg>
    <p:spTree>
      <p:nvGrpSpPr>
        <p:cNvPr id="136" name="Shape 136"/>
        <p:cNvGrpSpPr/>
        <p:nvPr/>
      </p:nvGrpSpPr>
      <p:grpSpPr>
        <a:xfrm>
          <a:off x="0" y="0"/>
          <a:ext cx="0" cy="0"/>
          <a:chOff x="0" y="0"/>
          <a:chExt cx="0" cy="0"/>
        </a:xfrm>
      </p:grpSpPr>
      <p:sp>
        <p:nvSpPr>
          <p:cNvPr id="137" name="Google Shape;137;p84"/>
          <p:cNvSpPr txBox="1"/>
          <p:nvPr>
            <p:ph idx="12" type="sldNum"/>
          </p:nvPr>
        </p:nvSpPr>
        <p:spPr>
          <a:xfrm flipH="1" rot="10800000">
            <a:off x="8404384" y="-34888"/>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38" name="Google Shape;138;p84"/>
          <p:cNvSpPr/>
          <p:nvPr/>
        </p:nvSpPr>
        <p:spPr>
          <a:xfrm>
            <a:off x="659175" y="3948438"/>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84"/>
          <p:cNvSpPr/>
          <p:nvPr/>
        </p:nvSpPr>
        <p:spPr>
          <a:xfrm>
            <a:off x="-154025" y="2625688"/>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84"/>
          <p:cNvSpPr/>
          <p:nvPr/>
        </p:nvSpPr>
        <p:spPr>
          <a:xfrm>
            <a:off x="-110700" y="3051988"/>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84"/>
          <p:cNvSpPr/>
          <p:nvPr/>
        </p:nvSpPr>
        <p:spPr>
          <a:xfrm flipH="1">
            <a:off x="6425950" y="-328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84"/>
          <p:cNvSpPr/>
          <p:nvPr/>
        </p:nvSpPr>
        <p:spPr>
          <a:xfrm flipH="1">
            <a:off x="6267900" y="-205150"/>
            <a:ext cx="2911925" cy="1775125"/>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84"/>
          <p:cNvSpPr/>
          <p:nvPr/>
        </p:nvSpPr>
        <p:spPr>
          <a:xfrm flipH="1">
            <a:off x="7368975" y="-205150"/>
            <a:ext cx="1810850" cy="703675"/>
          </a:xfrm>
          <a:custGeom>
            <a:rect b="b" l="l" r="r" t="t"/>
            <a:pathLst>
              <a:path extrusionOk="0" h="28147" w="72434">
                <a:moveTo>
                  <a:pt x="0" y="0"/>
                </a:moveTo>
                <a:lnTo>
                  <a:pt x="0" y="28147"/>
                </a:lnTo>
                <a:cubicBezTo>
                  <a:pt x="4012" y="26870"/>
                  <a:pt x="8177" y="26110"/>
                  <a:pt x="12310" y="25745"/>
                </a:cubicBezTo>
                <a:cubicBezTo>
                  <a:pt x="21247" y="24955"/>
                  <a:pt x="30274" y="25563"/>
                  <a:pt x="39180" y="24682"/>
                </a:cubicBezTo>
                <a:cubicBezTo>
                  <a:pt x="48117" y="23800"/>
                  <a:pt x="57235" y="21308"/>
                  <a:pt x="64074" y="15107"/>
                </a:cubicBezTo>
                <a:cubicBezTo>
                  <a:pt x="68299" y="11277"/>
                  <a:pt x="71400" y="5745"/>
                  <a:pt x="724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Quote">
    <p:bg>
      <p:bgPr>
        <a:solidFill>
          <a:srgbClr val="46A9E7">
            <a:alpha val="5882"/>
          </a:srgbClr>
        </a:solidFill>
      </p:bgPr>
    </p:bg>
    <p:spTree>
      <p:nvGrpSpPr>
        <p:cNvPr id="144" name="Shape 144"/>
        <p:cNvGrpSpPr/>
        <p:nvPr/>
      </p:nvGrpSpPr>
      <p:grpSpPr>
        <a:xfrm>
          <a:off x="0" y="0"/>
          <a:ext cx="0" cy="0"/>
          <a:chOff x="0" y="0"/>
          <a:chExt cx="0" cy="0"/>
        </a:xfrm>
      </p:grpSpPr>
      <p:sp>
        <p:nvSpPr>
          <p:cNvPr id="145" name="Google Shape;145;g1bbaa8f0957_4_163"/>
          <p:cNvSpPr txBox="1"/>
          <p:nvPr>
            <p:ph type="title"/>
          </p:nvPr>
        </p:nvSpPr>
        <p:spPr>
          <a:xfrm>
            <a:off x="2290025" y="3185288"/>
            <a:ext cx="4563900" cy="531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200">
                <a:solidFill>
                  <a:srgbClr val="46A9E7"/>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46" name="Google Shape;146;g1bbaa8f0957_4_163"/>
          <p:cNvSpPr txBox="1"/>
          <p:nvPr>
            <p:ph idx="1" type="subTitle"/>
          </p:nvPr>
        </p:nvSpPr>
        <p:spPr>
          <a:xfrm>
            <a:off x="1708625" y="1426325"/>
            <a:ext cx="5726700" cy="1640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solidFill>
                  <a:schemeClr val="lt1"/>
                </a:solidFill>
                <a:latin typeface="Anaheim"/>
                <a:ea typeface="Anaheim"/>
                <a:cs typeface="Anaheim"/>
                <a:sym typeface="Anaheim"/>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47" name="Google Shape;147;g1bbaa8f0957_4_163"/>
          <p:cNvSpPr txBox="1"/>
          <p:nvPr>
            <p:ph idx="12" type="sldNum"/>
          </p:nvPr>
        </p:nvSpPr>
        <p:spPr>
          <a:xfrm>
            <a:off x="8404384" y="4673651"/>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48" name="Google Shape;148;g1bbaa8f0957_4_163"/>
          <p:cNvSpPr/>
          <p:nvPr/>
        </p:nvSpPr>
        <p:spPr>
          <a:xfrm flipH="1" rot="10800000">
            <a:off x="659175" y="-328750"/>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g1bbaa8f0957_4_163"/>
          <p:cNvSpPr/>
          <p:nvPr/>
        </p:nvSpPr>
        <p:spPr>
          <a:xfrm flipH="1" rot="10800000">
            <a:off x="-154025" y="-157975"/>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g1bbaa8f0957_4_163"/>
          <p:cNvSpPr/>
          <p:nvPr/>
        </p:nvSpPr>
        <p:spPr>
          <a:xfrm flipH="1" rot="10800000">
            <a:off x="-110700" y="-13290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1bbaa8f0957_4_163"/>
          <p:cNvSpPr/>
          <p:nvPr/>
        </p:nvSpPr>
        <p:spPr>
          <a:xfrm rot="10800000">
            <a:off x="6425950" y="2109538"/>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g1bbaa8f0957_4_163"/>
          <p:cNvSpPr/>
          <p:nvPr/>
        </p:nvSpPr>
        <p:spPr>
          <a:xfrm rot="10800000">
            <a:off x="6267900" y="3462388"/>
            <a:ext cx="2911925" cy="1775125"/>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g1bbaa8f0957_4_163"/>
          <p:cNvSpPr/>
          <p:nvPr/>
        </p:nvSpPr>
        <p:spPr>
          <a:xfrm rot="10800000">
            <a:off x="7368975" y="4533838"/>
            <a:ext cx="1810850" cy="703675"/>
          </a:xfrm>
          <a:custGeom>
            <a:rect b="b" l="l" r="r" t="t"/>
            <a:pathLst>
              <a:path extrusionOk="0" h="28147" w="72434">
                <a:moveTo>
                  <a:pt x="0" y="0"/>
                </a:moveTo>
                <a:lnTo>
                  <a:pt x="0" y="28147"/>
                </a:lnTo>
                <a:cubicBezTo>
                  <a:pt x="4012" y="26870"/>
                  <a:pt x="8177" y="26110"/>
                  <a:pt x="12310" y="25745"/>
                </a:cubicBezTo>
                <a:cubicBezTo>
                  <a:pt x="21247" y="24955"/>
                  <a:pt x="30274" y="25563"/>
                  <a:pt x="39180" y="24682"/>
                </a:cubicBezTo>
                <a:cubicBezTo>
                  <a:pt x="48117" y="23800"/>
                  <a:pt x="57235" y="21308"/>
                  <a:pt x="64074" y="15107"/>
                </a:cubicBezTo>
                <a:cubicBezTo>
                  <a:pt x="68299" y="11277"/>
                  <a:pt x="71400" y="5745"/>
                  <a:pt x="724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46A9E7">
            <a:alpha val="6666"/>
          </a:srgbClr>
        </a:solidFill>
      </p:bgPr>
    </p:bg>
    <p:spTree>
      <p:nvGrpSpPr>
        <p:cNvPr id="157" name="Shape 157"/>
        <p:cNvGrpSpPr/>
        <p:nvPr/>
      </p:nvGrpSpPr>
      <p:grpSpPr>
        <a:xfrm>
          <a:off x="0" y="0"/>
          <a:ext cx="0" cy="0"/>
          <a:chOff x="0" y="0"/>
          <a:chExt cx="0" cy="0"/>
        </a:xfrm>
      </p:grpSpPr>
      <p:sp>
        <p:nvSpPr>
          <p:cNvPr id="158" name="Google Shape;158;g1bbaa8f0957_2_484"/>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9" name="Google Shape;159;g1bbaa8f0957_2_484"/>
          <p:cNvSpPr txBox="1"/>
          <p:nvPr>
            <p:ph idx="2" type="title"/>
          </p:nvPr>
        </p:nvSpPr>
        <p:spPr>
          <a:xfrm>
            <a:off x="2996550" y="1502600"/>
            <a:ext cx="31509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60" name="Google Shape;160;g1bbaa8f0957_2_484"/>
          <p:cNvSpPr txBox="1"/>
          <p:nvPr>
            <p:ph idx="1" type="subTitle"/>
          </p:nvPr>
        </p:nvSpPr>
        <p:spPr>
          <a:xfrm>
            <a:off x="2391925" y="3132175"/>
            <a:ext cx="43602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161" name="Google Shape;161;g1bbaa8f0957_2_484"/>
          <p:cNvSpPr/>
          <p:nvPr/>
        </p:nvSpPr>
        <p:spPr>
          <a:xfrm rot="-5400000">
            <a:off x="5038149" y="-109009"/>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g1bbaa8f0957_2_484"/>
          <p:cNvSpPr/>
          <p:nvPr/>
        </p:nvSpPr>
        <p:spPr>
          <a:xfrm rot="-5400000">
            <a:off x="6050126" y="-494318"/>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g1bbaa8f0957_2_484"/>
          <p:cNvSpPr/>
          <p:nvPr/>
        </p:nvSpPr>
        <p:spPr>
          <a:xfrm rot="-5400000">
            <a:off x="7829613" y="173953"/>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g1bbaa8f0957_2_484"/>
          <p:cNvSpPr/>
          <p:nvPr/>
        </p:nvSpPr>
        <p:spPr>
          <a:xfrm rot="5400000">
            <a:off x="263245" y="-1358480"/>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1bbaa8f0957_2_484"/>
          <p:cNvSpPr/>
          <p:nvPr/>
        </p:nvSpPr>
        <p:spPr>
          <a:xfrm rot="5400000">
            <a:off x="-2117939" y="1205889"/>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g1bbaa8f0957_2_484"/>
          <p:cNvSpPr/>
          <p:nvPr/>
        </p:nvSpPr>
        <p:spPr>
          <a:xfrm rot="5400000">
            <a:off x="-562154" y="-349897"/>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ittle Only 2">
  <p:cSld name="TITLE_ONLY_1_1">
    <p:spTree>
      <p:nvGrpSpPr>
        <p:cNvPr id="167" name="Shape 167"/>
        <p:cNvGrpSpPr/>
        <p:nvPr/>
      </p:nvGrpSpPr>
      <p:grpSpPr>
        <a:xfrm>
          <a:off x="0" y="0"/>
          <a:ext cx="0" cy="0"/>
          <a:chOff x="0" y="0"/>
          <a:chExt cx="0" cy="0"/>
        </a:xfrm>
      </p:grpSpPr>
      <p:sp>
        <p:nvSpPr>
          <p:cNvPr id="168" name="Google Shape;168;g1bbaa8f0957_2_498"/>
          <p:cNvSpPr/>
          <p:nvPr/>
        </p:nvSpPr>
        <p:spPr>
          <a:xfrm rot="10800000">
            <a:off x="-1899393" y="401454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g1bbaa8f0957_2_498"/>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70" name="Google Shape;170;g1bbaa8f0957_2_498"/>
          <p:cNvSpPr/>
          <p:nvPr/>
        </p:nvSpPr>
        <p:spPr>
          <a:xfrm rot="-5400000">
            <a:off x="7829613" y="173953"/>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ittle Only 1">
  <p:cSld name="TITLE_ONLY_1">
    <p:spTree>
      <p:nvGrpSpPr>
        <p:cNvPr id="171" name="Shape 171"/>
        <p:cNvGrpSpPr/>
        <p:nvPr/>
      </p:nvGrpSpPr>
      <p:grpSpPr>
        <a:xfrm>
          <a:off x="0" y="0"/>
          <a:ext cx="0" cy="0"/>
          <a:chOff x="0" y="0"/>
          <a:chExt cx="0" cy="0"/>
        </a:xfrm>
      </p:grpSpPr>
      <p:sp>
        <p:nvSpPr>
          <p:cNvPr id="172" name="Google Shape;172;g1bbaa8f0957_2_494"/>
          <p:cNvSpPr/>
          <p:nvPr/>
        </p:nvSpPr>
        <p:spPr>
          <a:xfrm>
            <a:off x="6053282" y="-40261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g1bbaa8f0957_2_494"/>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74" name="Google Shape;174;g1bbaa8f0957_2_494"/>
          <p:cNvSpPr/>
          <p:nvPr/>
        </p:nvSpPr>
        <p:spPr>
          <a:xfrm rot="10800000">
            <a:off x="7074850" y="-62625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2"/>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5" name="Shape 175"/>
        <p:cNvGrpSpPr/>
        <p:nvPr/>
      </p:nvGrpSpPr>
      <p:grpSpPr>
        <a:xfrm>
          <a:off x="0" y="0"/>
          <a:ext cx="0" cy="0"/>
          <a:chOff x="0" y="0"/>
          <a:chExt cx="0" cy="0"/>
        </a:xfrm>
      </p:grpSpPr>
      <p:sp>
        <p:nvSpPr>
          <p:cNvPr id="176" name="Google Shape;176;g1bbaa8f0957_2_507"/>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77" name="Google Shape;177;g1bbaa8f0957_2_507"/>
          <p:cNvSpPr txBox="1"/>
          <p:nvPr>
            <p:ph idx="1" type="body"/>
          </p:nvPr>
        </p:nvSpPr>
        <p:spPr>
          <a:xfrm>
            <a:off x="720000" y="1152475"/>
            <a:ext cx="33222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rgbClr val="434343"/>
              </a:buClr>
              <a:buSzPts val="1400"/>
              <a:buChar char="●"/>
              <a:defRPr sz="1400">
                <a:solidFill>
                  <a:srgbClr val="434343"/>
                </a:solidFill>
              </a:defRPr>
            </a:lvl1pPr>
            <a:lvl2pPr indent="-317500" lvl="1" marL="914400" algn="l">
              <a:lnSpc>
                <a:spcPct val="115000"/>
              </a:lnSpc>
              <a:spcBef>
                <a:spcPts val="0"/>
              </a:spcBef>
              <a:spcAft>
                <a:spcPts val="0"/>
              </a:spcAft>
              <a:buClr>
                <a:srgbClr val="434343"/>
              </a:buClr>
              <a:buSzPts val="1400"/>
              <a:buChar char="○"/>
              <a:defRPr>
                <a:solidFill>
                  <a:srgbClr val="434343"/>
                </a:solidFill>
              </a:defRPr>
            </a:lvl2pPr>
            <a:lvl3pPr indent="-317500" lvl="2" marL="1371600" algn="l">
              <a:lnSpc>
                <a:spcPct val="115000"/>
              </a:lnSpc>
              <a:spcBef>
                <a:spcPts val="0"/>
              </a:spcBef>
              <a:spcAft>
                <a:spcPts val="0"/>
              </a:spcAft>
              <a:buClr>
                <a:srgbClr val="434343"/>
              </a:buClr>
              <a:buSzPts val="1400"/>
              <a:buChar char="■"/>
              <a:defRPr>
                <a:solidFill>
                  <a:srgbClr val="434343"/>
                </a:solidFill>
              </a:defRPr>
            </a:lvl3pPr>
            <a:lvl4pPr indent="-317500" lvl="3" marL="1828800" algn="l">
              <a:lnSpc>
                <a:spcPct val="115000"/>
              </a:lnSpc>
              <a:spcBef>
                <a:spcPts val="0"/>
              </a:spcBef>
              <a:spcAft>
                <a:spcPts val="0"/>
              </a:spcAft>
              <a:buClr>
                <a:srgbClr val="434343"/>
              </a:buClr>
              <a:buSzPts val="1400"/>
              <a:buChar char="●"/>
              <a:defRPr>
                <a:solidFill>
                  <a:srgbClr val="434343"/>
                </a:solidFill>
              </a:defRPr>
            </a:lvl4pPr>
            <a:lvl5pPr indent="-317500" lvl="4" marL="2286000" algn="l">
              <a:lnSpc>
                <a:spcPct val="115000"/>
              </a:lnSpc>
              <a:spcBef>
                <a:spcPts val="0"/>
              </a:spcBef>
              <a:spcAft>
                <a:spcPts val="0"/>
              </a:spcAft>
              <a:buClr>
                <a:srgbClr val="434343"/>
              </a:buClr>
              <a:buSzPts val="1400"/>
              <a:buChar char="○"/>
              <a:defRPr>
                <a:solidFill>
                  <a:srgbClr val="434343"/>
                </a:solidFill>
              </a:defRPr>
            </a:lvl5pPr>
            <a:lvl6pPr indent="-317500" lvl="5" marL="2743200" algn="l">
              <a:lnSpc>
                <a:spcPct val="115000"/>
              </a:lnSpc>
              <a:spcBef>
                <a:spcPts val="0"/>
              </a:spcBef>
              <a:spcAft>
                <a:spcPts val="0"/>
              </a:spcAft>
              <a:buClr>
                <a:srgbClr val="434343"/>
              </a:buClr>
              <a:buSzPts val="1400"/>
              <a:buChar char="■"/>
              <a:defRPr>
                <a:solidFill>
                  <a:srgbClr val="434343"/>
                </a:solidFill>
              </a:defRPr>
            </a:lvl6pPr>
            <a:lvl7pPr indent="-317500" lvl="6" marL="3200400" algn="l">
              <a:lnSpc>
                <a:spcPct val="115000"/>
              </a:lnSpc>
              <a:spcBef>
                <a:spcPts val="0"/>
              </a:spcBef>
              <a:spcAft>
                <a:spcPts val="0"/>
              </a:spcAft>
              <a:buClr>
                <a:srgbClr val="434343"/>
              </a:buClr>
              <a:buSzPts val="1400"/>
              <a:buChar char="●"/>
              <a:defRPr>
                <a:solidFill>
                  <a:srgbClr val="434343"/>
                </a:solidFill>
              </a:defRPr>
            </a:lvl7pPr>
            <a:lvl8pPr indent="-317500" lvl="7" marL="3657600" algn="l">
              <a:lnSpc>
                <a:spcPct val="115000"/>
              </a:lnSpc>
              <a:spcBef>
                <a:spcPts val="0"/>
              </a:spcBef>
              <a:spcAft>
                <a:spcPts val="0"/>
              </a:spcAft>
              <a:buClr>
                <a:srgbClr val="434343"/>
              </a:buClr>
              <a:buSzPts val="1400"/>
              <a:buChar char="○"/>
              <a:defRPr>
                <a:solidFill>
                  <a:srgbClr val="434343"/>
                </a:solidFill>
              </a:defRPr>
            </a:lvl8pPr>
            <a:lvl9pPr indent="-317500" lvl="8" marL="4114800" algn="l">
              <a:lnSpc>
                <a:spcPct val="115000"/>
              </a:lnSpc>
              <a:spcBef>
                <a:spcPts val="0"/>
              </a:spcBef>
              <a:spcAft>
                <a:spcPts val="0"/>
              </a:spcAft>
              <a:buClr>
                <a:srgbClr val="434343"/>
              </a:buClr>
              <a:buSzPts val="1400"/>
              <a:buChar char="■"/>
              <a:defRPr>
                <a:solidFill>
                  <a:srgbClr val="434343"/>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8" name="Shape 178"/>
        <p:cNvGrpSpPr/>
        <p:nvPr/>
      </p:nvGrpSpPr>
      <p:grpSpPr>
        <a:xfrm>
          <a:off x="0" y="0"/>
          <a:ext cx="0" cy="0"/>
          <a:chOff x="0" y="0"/>
          <a:chExt cx="0" cy="0"/>
        </a:xfrm>
      </p:grpSpPr>
      <p:sp>
        <p:nvSpPr>
          <p:cNvPr id="179" name="Google Shape;179;g1bbaa8f0957_2_502"/>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80" name="Google Shape;180;g1bbaa8f0957_2_502"/>
          <p:cNvSpPr/>
          <p:nvPr/>
        </p:nvSpPr>
        <p:spPr>
          <a:xfrm flipH="1">
            <a:off x="6531075" y="3775775"/>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g1bbaa8f0957_2_502"/>
          <p:cNvSpPr/>
          <p:nvPr/>
        </p:nvSpPr>
        <p:spPr>
          <a:xfrm flipH="1" rot="10800000">
            <a:off x="-126075" y="-872275"/>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g1bbaa8f0957_2_502"/>
          <p:cNvSpPr/>
          <p:nvPr/>
        </p:nvSpPr>
        <p:spPr>
          <a:xfrm flipH="1" rot="10800000">
            <a:off x="-858150" y="-22562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사용자 지정 레이아웃">
  <p:cSld name="1_사용자 지정 레이아웃">
    <p:bg>
      <p:bgPr>
        <a:solidFill>
          <a:schemeClr val="lt1"/>
        </a:solidFill>
      </p:bgPr>
    </p:bg>
    <p:spTree>
      <p:nvGrpSpPr>
        <p:cNvPr id="183" name="Shape 183"/>
        <p:cNvGrpSpPr/>
        <p:nvPr/>
      </p:nvGrpSpPr>
      <p:grpSpPr>
        <a:xfrm>
          <a:off x="0" y="0"/>
          <a:ext cx="0" cy="0"/>
          <a:chOff x="0" y="0"/>
          <a:chExt cx="0" cy="0"/>
        </a:xfrm>
      </p:grpSpPr>
      <p:pic>
        <p:nvPicPr>
          <p:cNvPr id="184" name="Google Shape;184;p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85" name="Google Shape;185;p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6" name="Google Shape;186;p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7" name="Google Shape;187;p3"/>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88" name="Google Shape;188;p3"/>
          <p:cNvSpPr txBox="1"/>
          <p:nvPr>
            <p:ph type="ctrTitle"/>
          </p:nvPr>
        </p:nvSpPr>
        <p:spPr>
          <a:xfrm>
            <a:off x="-113514" y="1154365"/>
            <a:ext cx="9371100" cy="931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hlink"/>
              </a:buClr>
              <a:buSzPts val="3500"/>
              <a:buFont typeface="Gulimche"/>
              <a:buNone/>
              <a:defRPr sz="5250">
                <a:solidFill>
                  <a:srgbClr val="103051"/>
                </a:solidFill>
                <a:latin typeface="Arial"/>
                <a:ea typeface="Arial"/>
                <a:cs typeface="Arial"/>
                <a:sym typeface="Aria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89" name="Shape 189"/>
        <p:cNvGrpSpPr/>
        <p:nvPr/>
      </p:nvGrpSpPr>
      <p:grpSpPr>
        <a:xfrm>
          <a:off x="0" y="0"/>
          <a:ext cx="0" cy="0"/>
          <a:chOff x="0" y="0"/>
          <a:chExt cx="0" cy="0"/>
        </a:xfrm>
      </p:grpSpPr>
      <p:sp>
        <p:nvSpPr>
          <p:cNvPr id="190" name="Google Shape;190;g1bbaa8f0957_2_510"/>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1" name="Shape 191"/>
        <p:cNvGrpSpPr/>
        <p:nvPr/>
      </p:nvGrpSpPr>
      <p:grpSpPr>
        <a:xfrm>
          <a:off x="0" y="0"/>
          <a:ext cx="0" cy="0"/>
          <a:chOff x="0" y="0"/>
          <a:chExt cx="0" cy="0"/>
        </a:xfrm>
      </p:grpSpPr>
      <p:sp>
        <p:nvSpPr>
          <p:cNvPr id="192" name="Google Shape;192;g1bbaa8f0957_2_512"/>
          <p:cNvSpPr txBox="1"/>
          <p:nvPr>
            <p:ph type="title"/>
          </p:nvPr>
        </p:nvSpPr>
        <p:spPr>
          <a:xfrm>
            <a:off x="720000" y="367423"/>
            <a:ext cx="77040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3" name="Google Shape;193;g1bbaa8f0957_2_512"/>
          <p:cNvSpPr txBox="1"/>
          <p:nvPr>
            <p:ph idx="1" type="subTitle"/>
          </p:nvPr>
        </p:nvSpPr>
        <p:spPr>
          <a:xfrm>
            <a:off x="2241550" y="1348750"/>
            <a:ext cx="4661100" cy="168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94" name="Shape 194"/>
        <p:cNvGrpSpPr/>
        <p:nvPr/>
      </p:nvGrpSpPr>
      <p:grpSpPr>
        <a:xfrm>
          <a:off x="0" y="0"/>
          <a:ext cx="0" cy="0"/>
          <a:chOff x="0" y="0"/>
          <a:chExt cx="0" cy="0"/>
        </a:xfrm>
      </p:grpSpPr>
      <p:sp>
        <p:nvSpPr>
          <p:cNvPr id="195" name="Google Shape;195;g1bbaa8f0957_2_516"/>
          <p:cNvSpPr txBox="1"/>
          <p:nvPr>
            <p:ph idx="1" type="subTitle"/>
          </p:nvPr>
        </p:nvSpPr>
        <p:spPr>
          <a:xfrm>
            <a:off x="1181425" y="2303125"/>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2500">
                <a:latin typeface="Bebas Neue"/>
                <a:ea typeface="Bebas Neue"/>
                <a:cs typeface="Bebas Neue"/>
                <a:sym typeface="Bebas Neue"/>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96" name="Google Shape;196;g1bbaa8f0957_2_516"/>
          <p:cNvSpPr txBox="1"/>
          <p:nvPr>
            <p:ph idx="2" type="subTitle"/>
          </p:nvPr>
        </p:nvSpPr>
        <p:spPr>
          <a:xfrm>
            <a:off x="4836300" y="2303125"/>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2500">
                <a:latin typeface="Bebas Neue"/>
                <a:ea typeface="Bebas Neue"/>
                <a:cs typeface="Bebas Neue"/>
                <a:sym typeface="Bebas Neue"/>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97" name="Google Shape;197;g1bbaa8f0957_2_516"/>
          <p:cNvSpPr txBox="1"/>
          <p:nvPr>
            <p:ph idx="3" type="subTitle"/>
          </p:nvPr>
        </p:nvSpPr>
        <p:spPr>
          <a:xfrm>
            <a:off x="1181425" y="2917150"/>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8" name="Google Shape;198;g1bbaa8f0957_2_516"/>
          <p:cNvSpPr txBox="1"/>
          <p:nvPr>
            <p:ph idx="4" type="subTitle"/>
          </p:nvPr>
        </p:nvSpPr>
        <p:spPr>
          <a:xfrm>
            <a:off x="4836300" y="2917150"/>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 name="Google Shape;199;g1bbaa8f0957_2_516"/>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200" name="Shape 200"/>
        <p:cNvGrpSpPr/>
        <p:nvPr/>
      </p:nvGrpSpPr>
      <p:grpSpPr>
        <a:xfrm>
          <a:off x="0" y="0"/>
          <a:ext cx="0" cy="0"/>
          <a:chOff x="0" y="0"/>
          <a:chExt cx="0" cy="0"/>
        </a:xfrm>
      </p:grpSpPr>
      <p:sp>
        <p:nvSpPr>
          <p:cNvPr id="201" name="Google Shape;201;g1bbaa8f0957_2_522"/>
          <p:cNvSpPr txBox="1"/>
          <p:nvPr>
            <p:ph type="title"/>
          </p:nvPr>
        </p:nvSpPr>
        <p:spPr>
          <a:xfrm>
            <a:off x="1195863" y="16828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02" name="Google Shape;202;g1bbaa8f0957_2_522"/>
          <p:cNvSpPr txBox="1"/>
          <p:nvPr>
            <p:ph idx="1" type="subTitle"/>
          </p:nvPr>
        </p:nvSpPr>
        <p:spPr>
          <a:xfrm>
            <a:off x="1195863" y="22693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3" name="Google Shape;203;g1bbaa8f0957_2_522"/>
          <p:cNvSpPr txBox="1"/>
          <p:nvPr>
            <p:ph idx="2" type="title"/>
          </p:nvPr>
        </p:nvSpPr>
        <p:spPr>
          <a:xfrm>
            <a:off x="5081043" y="16828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04" name="Google Shape;204;g1bbaa8f0957_2_522"/>
          <p:cNvSpPr txBox="1"/>
          <p:nvPr>
            <p:ph idx="3" type="subTitle"/>
          </p:nvPr>
        </p:nvSpPr>
        <p:spPr>
          <a:xfrm>
            <a:off x="5081043" y="22693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5" name="Google Shape;205;g1bbaa8f0957_2_522"/>
          <p:cNvSpPr txBox="1"/>
          <p:nvPr>
            <p:ph idx="4" type="title"/>
          </p:nvPr>
        </p:nvSpPr>
        <p:spPr>
          <a:xfrm>
            <a:off x="1195863" y="31162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06" name="Google Shape;206;g1bbaa8f0957_2_522"/>
          <p:cNvSpPr txBox="1"/>
          <p:nvPr>
            <p:ph idx="5" type="subTitle"/>
          </p:nvPr>
        </p:nvSpPr>
        <p:spPr>
          <a:xfrm>
            <a:off x="1195863" y="37027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7" name="Google Shape;207;g1bbaa8f0957_2_522"/>
          <p:cNvSpPr txBox="1"/>
          <p:nvPr>
            <p:ph idx="6" type="title"/>
          </p:nvPr>
        </p:nvSpPr>
        <p:spPr>
          <a:xfrm>
            <a:off x="5081043" y="31162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08" name="Google Shape;208;g1bbaa8f0957_2_522"/>
          <p:cNvSpPr txBox="1"/>
          <p:nvPr>
            <p:ph idx="7" type="subTitle"/>
          </p:nvPr>
        </p:nvSpPr>
        <p:spPr>
          <a:xfrm>
            <a:off x="5081043" y="37027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9" name="Google Shape;209;g1bbaa8f0957_2_522"/>
          <p:cNvSpPr txBox="1"/>
          <p:nvPr>
            <p:ph idx="8"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210" name="Shape 210"/>
        <p:cNvGrpSpPr/>
        <p:nvPr/>
      </p:nvGrpSpPr>
      <p:grpSpPr>
        <a:xfrm>
          <a:off x="0" y="0"/>
          <a:ext cx="0" cy="0"/>
          <a:chOff x="0" y="0"/>
          <a:chExt cx="0" cy="0"/>
        </a:xfrm>
      </p:grpSpPr>
      <p:sp>
        <p:nvSpPr>
          <p:cNvPr id="211" name="Google Shape;211;g1bbaa8f0957_2_532"/>
          <p:cNvSpPr txBox="1"/>
          <p:nvPr>
            <p:ph type="title"/>
          </p:nvPr>
        </p:nvSpPr>
        <p:spPr>
          <a:xfrm>
            <a:off x="720000"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12" name="Google Shape;212;g1bbaa8f0957_2_532"/>
          <p:cNvSpPr txBox="1"/>
          <p:nvPr>
            <p:ph idx="1" type="subTitle"/>
          </p:nvPr>
        </p:nvSpPr>
        <p:spPr>
          <a:xfrm>
            <a:off x="720000"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3" name="Google Shape;213;g1bbaa8f0957_2_532"/>
          <p:cNvSpPr txBox="1"/>
          <p:nvPr>
            <p:ph idx="2" type="title"/>
          </p:nvPr>
        </p:nvSpPr>
        <p:spPr>
          <a:xfrm>
            <a:off x="3419269"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14" name="Google Shape;214;g1bbaa8f0957_2_532"/>
          <p:cNvSpPr txBox="1"/>
          <p:nvPr>
            <p:ph idx="3" type="subTitle"/>
          </p:nvPr>
        </p:nvSpPr>
        <p:spPr>
          <a:xfrm>
            <a:off x="3419269"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5" name="Google Shape;215;g1bbaa8f0957_2_532"/>
          <p:cNvSpPr txBox="1"/>
          <p:nvPr>
            <p:ph idx="4" type="title"/>
          </p:nvPr>
        </p:nvSpPr>
        <p:spPr>
          <a:xfrm>
            <a:off x="720000"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16" name="Google Shape;216;g1bbaa8f0957_2_532"/>
          <p:cNvSpPr txBox="1"/>
          <p:nvPr>
            <p:ph idx="5" type="subTitle"/>
          </p:nvPr>
        </p:nvSpPr>
        <p:spPr>
          <a:xfrm>
            <a:off x="720000"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7" name="Google Shape;217;g1bbaa8f0957_2_532"/>
          <p:cNvSpPr txBox="1"/>
          <p:nvPr>
            <p:ph idx="6" type="title"/>
          </p:nvPr>
        </p:nvSpPr>
        <p:spPr>
          <a:xfrm>
            <a:off x="3419269"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18" name="Google Shape;218;g1bbaa8f0957_2_532"/>
          <p:cNvSpPr txBox="1"/>
          <p:nvPr>
            <p:ph idx="7" type="subTitle"/>
          </p:nvPr>
        </p:nvSpPr>
        <p:spPr>
          <a:xfrm>
            <a:off x="3419269"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9" name="Google Shape;219;g1bbaa8f0957_2_532"/>
          <p:cNvSpPr txBox="1"/>
          <p:nvPr>
            <p:ph idx="8" type="title"/>
          </p:nvPr>
        </p:nvSpPr>
        <p:spPr>
          <a:xfrm>
            <a:off x="6118545"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20" name="Google Shape;220;g1bbaa8f0957_2_532"/>
          <p:cNvSpPr txBox="1"/>
          <p:nvPr>
            <p:ph idx="9" type="subTitle"/>
          </p:nvPr>
        </p:nvSpPr>
        <p:spPr>
          <a:xfrm>
            <a:off x="6118545"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1" name="Google Shape;221;g1bbaa8f0957_2_532"/>
          <p:cNvSpPr txBox="1"/>
          <p:nvPr>
            <p:ph idx="13" type="title"/>
          </p:nvPr>
        </p:nvSpPr>
        <p:spPr>
          <a:xfrm>
            <a:off x="6118545"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22" name="Google Shape;222;g1bbaa8f0957_2_532"/>
          <p:cNvSpPr txBox="1"/>
          <p:nvPr>
            <p:ph idx="14" type="subTitle"/>
          </p:nvPr>
        </p:nvSpPr>
        <p:spPr>
          <a:xfrm>
            <a:off x="6118545"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3" name="Google Shape;223;g1bbaa8f0957_2_532"/>
          <p:cNvSpPr txBox="1"/>
          <p:nvPr>
            <p:ph idx="15"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24" name="Shape 224"/>
        <p:cNvGrpSpPr/>
        <p:nvPr/>
      </p:nvGrpSpPr>
      <p:grpSpPr>
        <a:xfrm>
          <a:off x="0" y="0"/>
          <a:ext cx="0" cy="0"/>
          <a:chOff x="0" y="0"/>
          <a:chExt cx="0" cy="0"/>
        </a:xfrm>
      </p:grpSpPr>
      <p:sp>
        <p:nvSpPr>
          <p:cNvPr id="225" name="Google Shape;225;g1bbaa8f0957_2_546"/>
          <p:cNvSpPr/>
          <p:nvPr/>
        </p:nvSpPr>
        <p:spPr>
          <a:xfrm rot="5400000">
            <a:off x="-524808" y="1494138"/>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g1bbaa8f0957_2_546"/>
          <p:cNvSpPr/>
          <p:nvPr/>
        </p:nvSpPr>
        <p:spPr>
          <a:xfrm rot="5400000">
            <a:off x="-5817" y="2639785"/>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g1bbaa8f0957_2_546"/>
          <p:cNvSpPr/>
          <p:nvPr/>
        </p:nvSpPr>
        <p:spPr>
          <a:xfrm rot="5400000">
            <a:off x="-674076" y="4419276"/>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g1bbaa8f0957_2_546"/>
          <p:cNvSpPr/>
          <p:nvPr/>
        </p:nvSpPr>
        <p:spPr>
          <a:xfrm rot="-5400000">
            <a:off x="5073598" y="3095424"/>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g1bbaa8f0957_2_546"/>
          <p:cNvSpPr/>
          <p:nvPr/>
        </p:nvSpPr>
        <p:spPr>
          <a:xfrm rot="-5400000">
            <a:off x="4698222" y="1827745"/>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g1bbaa8f0957_2_546"/>
          <p:cNvSpPr/>
          <p:nvPr/>
        </p:nvSpPr>
        <p:spPr>
          <a:xfrm rot="-5400000">
            <a:off x="5697212" y="2826735"/>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31" name="Shape 231"/>
        <p:cNvGrpSpPr/>
        <p:nvPr/>
      </p:nvGrpSpPr>
      <p:grpSpPr>
        <a:xfrm>
          <a:off x="0" y="0"/>
          <a:ext cx="0" cy="0"/>
          <a:chOff x="0" y="0"/>
          <a:chExt cx="0" cy="0"/>
        </a:xfrm>
      </p:grpSpPr>
      <p:sp>
        <p:nvSpPr>
          <p:cNvPr id="232" name="Google Shape;232;g1bbaa8f0957_2_553"/>
          <p:cNvSpPr/>
          <p:nvPr/>
        </p:nvSpPr>
        <p:spPr>
          <a:xfrm flipH="1">
            <a:off x="6761925" y="-156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g1bbaa8f0957_2_553"/>
          <p:cNvSpPr/>
          <p:nvPr/>
        </p:nvSpPr>
        <p:spPr>
          <a:xfrm rot="10800000">
            <a:off x="6946525" y="-75457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g1bbaa8f0957_2_553"/>
          <p:cNvSpPr/>
          <p:nvPr/>
        </p:nvSpPr>
        <p:spPr>
          <a:xfrm flipH="1" rot="10800000">
            <a:off x="-610111" y="-420997"/>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g1bbaa8f0957_2_553"/>
          <p:cNvSpPr/>
          <p:nvPr/>
        </p:nvSpPr>
        <p:spPr>
          <a:xfrm flipH="1" rot="10800000">
            <a:off x="-562185" y="-205384"/>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g1bbaa8f0957_2_553"/>
          <p:cNvSpPr/>
          <p:nvPr/>
        </p:nvSpPr>
        <p:spPr>
          <a:xfrm flipH="1" rot="10800000">
            <a:off x="-562185" y="-393259"/>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_1">
    <p:spTree>
      <p:nvGrpSpPr>
        <p:cNvPr id="237" name="Shape 237"/>
        <p:cNvGrpSpPr/>
        <p:nvPr/>
      </p:nvGrpSpPr>
      <p:grpSpPr>
        <a:xfrm>
          <a:off x="0" y="0"/>
          <a:ext cx="0" cy="0"/>
          <a:chOff x="0" y="0"/>
          <a:chExt cx="0" cy="0"/>
        </a:xfrm>
      </p:grpSpPr>
      <p:sp>
        <p:nvSpPr>
          <p:cNvPr id="238" name="Google Shape;238;g1bbaa8f0957_2_559"/>
          <p:cNvSpPr txBox="1"/>
          <p:nvPr>
            <p:ph idx="12" type="sldNum"/>
          </p:nvPr>
        </p:nvSpPr>
        <p:spPr>
          <a:xfrm>
            <a:off x="8404384" y="4673651"/>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39" name="Google Shape;239;g1bbaa8f0957_2_559"/>
          <p:cNvSpPr/>
          <p:nvPr/>
        </p:nvSpPr>
        <p:spPr>
          <a:xfrm flipH="1" rot="10800000">
            <a:off x="659175" y="-328750"/>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1bbaa8f0957_2_559"/>
          <p:cNvSpPr/>
          <p:nvPr/>
        </p:nvSpPr>
        <p:spPr>
          <a:xfrm flipH="1" rot="10800000">
            <a:off x="-154025" y="-157975"/>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1bbaa8f0957_2_559"/>
          <p:cNvSpPr/>
          <p:nvPr/>
        </p:nvSpPr>
        <p:spPr>
          <a:xfrm flipH="1" rot="10800000">
            <a:off x="-110700" y="-13290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g1bbaa8f0957_2_559"/>
          <p:cNvSpPr/>
          <p:nvPr/>
        </p:nvSpPr>
        <p:spPr>
          <a:xfrm rot="10800000">
            <a:off x="6425950" y="2109538"/>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g1bbaa8f0957_2_559"/>
          <p:cNvSpPr/>
          <p:nvPr/>
        </p:nvSpPr>
        <p:spPr>
          <a:xfrm rot="10800000">
            <a:off x="6267900" y="3462388"/>
            <a:ext cx="2911925" cy="1775125"/>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g1bbaa8f0957_2_559"/>
          <p:cNvSpPr/>
          <p:nvPr/>
        </p:nvSpPr>
        <p:spPr>
          <a:xfrm rot="10800000">
            <a:off x="7368975" y="4533838"/>
            <a:ext cx="1810850" cy="703675"/>
          </a:xfrm>
          <a:custGeom>
            <a:rect b="b" l="l" r="r" t="t"/>
            <a:pathLst>
              <a:path extrusionOk="0" h="28147" w="72434">
                <a:moveTo>
                  <a:pt x="0" y="0"/>
                </a:moveTo>
                <a:lnTo>
                  <a:pt x="0" y="28147"/>
                </a:lnTo>
                <a:cubicBezTo>
                  <a:pt x="4012" y="26870"/>
                  <a:pt x="8177" y="26110"/>
                  <a:pt x="12310" y="25745"/>
                </a:cubicBezTo>
                <a:cubicBezTo>
                  <a:pt x="21247" y="24955"/>
                  <a:pt x="30274" y="25563"/>
                  <a:pt x="39180" y="24682"/>
                </a:cubicBezTo>
                <a:cubicBezTo>
                  <a:pt x="48117" y="23800"/>
                  <a:pt x="57235" y="21308"/>
                  <a:pt x="64074" y="15107"/>
                </a:cubicBezTo>
                <a:cubicBezTo>
                  <a:pt x="68299" y="11277"/>
                  <a:pt x="71400" y="5745"/>
                  <a:pt x="724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BLANK_1_1_1_1_1_1_1_1_1_1">
    <p:bg>
      <p:bgPr>
        <a:solidFill>
          <a:srgbClr val="46A9E7">
            <a:alpha val="6666"/>
          </a:srgbClr>
        </a:solidFill>
      </p:bgPr>
    </p:bg>
    <p:spTree>
      <p:nvGrpSpPr>
        <p:cNvPr id="245" name="Shape 245"/>
        <p:cNvGrpSpPr/>
        <p:nvPr/>
      </p:nvGrpSpPr>
      <p:grpSpPr>
        <a:xfrm>
          <a:off x="0" y="0"/>
          <a:ext cx="0" cy="0"/>
          <a:chOff x="0" y="0"/>
          <a:chExt cx="0" cy="0"/>
        </a:xfrm>
      </p:grpSpPr>
      <p:sp>
        <p:nvSpPr>
          <p:cNvPr id="246" name="Google Shape;246;g1bbaa8f0957_2_567"/>
          <p:cNvSpPr txBox="1"/>
          <p:nvPr>
            <p:ph idx="12" type="sldNum"/>
          </p:nvPr>
        </p:nvSpPr>
        <p:spPr>
          <a:xfrm flipH="1" rot="10800000">
            <a:off x="8404384" y="-34888"/>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47" name="Google Shape;247;g1bbaa8f0957_2_567"/>
          <p:cNvSpPr/>
          <p:nvPr/>
        </p:nvSpPr>
        <p:spPr>
          <a:xfrm>
            <a:off x="659175" y="3948438"/>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g1bbaa8f0957_2_567"/>
          <p:cNvSpPr/>
          <p:nvPr/>
        </p:nvSpPr>
        <p:spPr>
          <a:xfrm>
            <a:off x="-154025" y="2625688"/>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g1bbaa8f0957_2_567"/>
          <p:cNvSpPr/>
          <p:nvPr/>
        </p:nvSpPr>
        <p:spPr>
          <a:xfrm>
            <a:off x="-110700" y="3051988"/>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g1bbaa8f0957_2_567"/>
          <p:cNvSpPr/>
          <p:nvPr/>
        </p:nvSpPr>
        <p:spPr>
          <a:xfrm flipH="1">
            <a:off x="6425950" y="-328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g1bbaa8f0957_2_567"/>
          <p:cNvSpPr/>
          <p:nvPr/>
        </p:nvSpPr>
        <p:spPr>
          <a:xfrm flipH="1">
            <a:off x="6267900" y="-205150"/>
            <a:ext cx="2911925" cy="1775125"/>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g1bbaa8f0957_2_567"/>
          <p:cNvSpPr/>
          <p:nvPr/>
        </p:nvSpPr>
        <p:spPr>
          <a:xfrm flipH="1">
            <a:off x="7368975" y="-205150"/>
            <a:ext cx="1810850" cy="703675"/>
          </a:xfrm>
          <a:custGeom>
            <a:rect b="b" l="l" r="r" t="t"/>
            <a:pathLst>
              <a:path extrusionOk="0" h="28147" w="72434">
                <a:moveTo>
                  <a:pt x="0" y="0"/>
                </a:moveTo>
                <a:lnTo>
                  <a:pt x="0" y="28147"/>
                </a:lnTo>
                <a:cubicBezTo>
                  <a:pt x="4012" y="26870"/>
                  <a:pt x="8177" y="26110"/>
                  <a:pt x="12310" y="25745"/>
                </a:cubicBezTo>
                <a:cubicBezTo>
                  <a:pt x="21247" y="24955"/>
                  <a:pt x="30274" y="25563"/>
                  <a:pt x="39180" y="24682"/>
                </a:cubicBezTo>
                <a:cubicBezTo>
                  <a:pt x="48117" y="23800"/>
                  <a:pt x="57235" y="21308"/>
                  <a:pt x="64074" y="15107"/>
                </a:cubicBezTo>
                <a:cubicBezTo>
                  <a:pt x="68299" y="11277"/>
                  <a:pt x="71400" y="5745"/>
                  <a:pt x="724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56" name="Shape 256"/>
        <p:cNvGrpSpPr/>
        <p:nvPr/>
      </p:nvGrpSpPr>
      <p:grpSpPr>
        <a:xfrm>
          <a:off x="0" y="0"/>
          <a:ext cx="0" cy="0"/>
          <a:chOff x="0" y="0"/>
          <a:chExt cx="0" cy="0"/>
        </a:xfrm>
      </p:grpSpPr>
      <p:sp>
        <p:nvSpPr>
          <p:cNvPr id="257" name="Google Shape;257;g2198db1af2c_1_455"/>
          <p:cNvSpPr txBox="1"/>
          <p:nvPr>
            <p:ph type="ctrTitle"/>
          </p:nvPr>
        </p:nvSpPr>
        <p:spPr>
          <a:xfrm>
            <a:off x="2429950" y="669825"/>
            <a:ext cx="4284000" cy="99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200"/>
              <a:buNone/>
              <a:defRPr sz="65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58" name="Google Shape;258;g2198db1af2c_1_455"/>
          <p:cNvSpPr txBox="1"/>
          <p:nvPr>
            <p:ph idx="1" type="subTitle"/>
          </p:nvPr>
        </p:nvSpPr>
        <p:spPr>
          <a:xfrm>
            <a:off x="2425075" y="1835350"/>
            <a:ext cx="4293900" cy="1095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59" name="Google Shape;259;g2198db1af2c_1_455"/>
          <p:cNvSpPr txBox="1"/>
          <p:nvPr/>
        </p:nvSpPr>
        <p:spPr>
          <a:xfrm>
            <a:off x="2425075" y="4211600"/>
            <a:ext cx="4293900" cy="396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300"/>
              </a:spcBef>
              <a:spcAft>
                <a:spcPts val="0"/>
              </a:spcAft>
              <a:buClr>
                <a:srgbClr val="000000"/>
              </a:buClr>
              <a:buSzPts val="1000"/>
              <a:buFont typeface="Arial"/>
              <a:buNone/>
            </a:pPr>
            <a:r>
              <a:rPr b="0" i="0" lang="en" sz="1000" u="none" cap="none" strike="noStrike">
                <a:solidFill>
                  <a:schemeClr val="dk1"/>
                </a:solidFill>
                <a:latin typeface="Anaheim"/>
                <a:ea typeface="Anaheim"/>
                <a:cs typeface="Anaheim"/>
                <a:sym typeface="Anaheim"/>
              </a:rPr>
              <a:t>CREDITS: This presentation template was created by </a:t>
            </a:r>
            <a:r>
              <a:rPr b="1" i="0" lang="en" sz="1000" u="none" cap="none" strike="noStrike">
                <a:solidFill>
                  <a:schemeClr val="dk1"/>
                </a:solidFill>
                <a:uFill>
                  <a:noFill/>
                </a:uFill>
                <a:latin typeface="Anaheim"/>
                <a:ea typeface="Anaheim"/>
                <a:cs typeface="Anaheim"/>
                <a:sym typeface="Anaheim"/>
                <a:hlinkClick r:id="rId2">
                  <a:extLst>
                    <a:ext uri="{A12FA001-AC4F-418D-AE19-62706E023703}">
                      <ahyp:hlinkClr val="tx"/>
                    </a:ext>
                  </a:extLst>
                </a:hlinkClick>
              </a:rPr>
              <a:t>Slidesgo</a:t>
            </a:r>
            <a:r>
              <a:rPr b="0" i="0" lang="en" sz="1000" u="none" cap="none" strike="noStrike">
                <a:solidFill>
                  <a:schemeClr val="dk1"/>
                </a:solidFill>
                <a:latin typeface="Anaheim"/>
                <a:ea typeface="Anaheim"/>
                <a:cs typeface="Anaheim"/>
                <a:sym typeface="Anaheim"/>
              </a:rPr>
              <a:t>, including icons by </a:t>
            </a:r>
            <a:r>
              <a:rPr b="1" i="0" lang="en" sz="1000" u="none" cap="none" strike="noStrike">
                <a:solidFill>
                  <a:schemeClr val="dk1"/>
                </a:solidFill>
                <a:uFill>
                  <a:noFill/>
                </a:uFill>
                <a:latin typeface="Anaheim"/>
                <a:ea typeface="Anaheim"/>
                <a:cs typeface="Anaheim"/>
                <a:sym typeface="Anaheim"/>
                <a:hlinkClick r:id="rId3">
                  <a:extLst>
                    <a:ext uri="{A12FA001-AC4F-418D-AE19-62706E023703}">
                      <ahyp:hlinkClr val="tx"/>
                    </a:ext>
                  </a:extLst>
                </a:hlinkClick>
              </a:rPr>
              <a:t>Flaticon</a:t>
            </a:r>
            <a:r>
              <a:rPr b="1" i="0" lang="en" sz="1000" u="none" cap="none" strike="noStrike">
                <a:solidFill>
                  <a:schemeClr val="dk1"/>
                </a:solidFill>
                <a:latin typeface="Anaheim"/>
                <a:ea typeface="Anaheim"/>
                <a:cs typeface="Anaheim"/>
                <a:sym typeface="Anaheim"/>
              </a:rPr>
              <a:t> </a:t>
            </a:r>
            <a:r>
              <a:rPr b="0" i="0" lang="en" sz="1000" u="none" cap="none" strike="noStrike">
                <a:solidFill>
                  <a:schemeClr val="dk1"/>
                </a:solidFill>
                <a:latin typeface="Anaheim"/>
                <a:ea typeface="Anaheim"/>
                <a:cs typeface="Anaheim"/>
                <a:sym typeface="Anaheim"/>
              </a:rPr>
              <a:t>and infographics &amp; images by </a:t>
            </a:r>
            <a:r>
              <a:rPr b="1" i="0" lang="en" sz="1000" u="none" cap="none" strike="noStrike">
                <a:solidFill>
                  <a:schemeClr val="dk1"/>
                </a:solidFill>
                <a:uFill>
                  <a:noFill/>
                </a:uFill>
                <a:latin typeface="Anaheim"/>
                <a:ea typeface="Anaheim"/>
                <a:cs typeface="Anaheim"/>
                <a:sym typeface="Anaheim"/>
                <a:hlinkClick r:id="rId4">
                  <a:extLst>
                    <a:ext uri="{A12FA001-AC4F-418D-AE19-62706E023703}">
                      <ahyp:hlinkClr val="tx"/>
                    </a:ext>
                  </a:extLst>
                </a:hlinkClick>
              </a:rPr>
              <a:t>Freepik</a:t>
            </a:r>
            <a:endParaRPr b="0" i="0" sz="1400" u="none" cap="none" strike="noStrike">
              <a:solidFill>
                <a:srgbClr val="000000"/>
              </a:solidFill>
              <a:latin typeface="Anaheim"/>
              <a:ea typeface="Anaheim"/>
              <a:cs typeface="Anaheim"/>
              <a:sym typeface="Anaheim"/>
            </a:endParaRPr>
          </a:p>
        </p:txBody>
      </p:sp>
      <p:sp>
        <p:nvSpPr>
          <p:cNvPr id="260" name="Google Shape;260;g2198db1af2c_1_455"/>
          <p:cNvSpPr/>
          <p:nvPr/>
        </p:nvSpPr>
        <p:spPr>
          <a:xfrm flipH="1" rot="5400000">
            <a:off x="-1022808" y="-109009"/>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2198db1af2c_1_455"/>
          <p:cNvSpPr/>
          <p:nvPr/>
        </p:nvSpPr>
        <p:spPr>
          <a:xfrm flipH="1" rot="5400000">
            <a:off x="-503817" y="-494318"/>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g2198db1af2c_1_455"/>
          <p:cNvSpPr/>
          <p:nvPr/>
        </p:nvSpPr>
        <p:spPr>
          <a:xfrm flipH="1" rot="5400000">
            <a:off x="-1172076" y="173953"/>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g2198db1af2c_1_455"/>
          <p:cNvSpPr/>
          <p:nvPr/>
        </p:nvSpPr>
        <p:spPr>
          <a:xfrm flipH="1" rot="-5400000">
            <a:off x="5805848" y="-1358480"/>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g2198db1af2c_1_455"/>
          <p:cNvSpPr/>
          <p:nvPr/>
        </p:nvSpPr>
        <p:spPr>
          <a:xfrm flipH="1" rot="-5400000">
            <a:off x="5430472" y="1205888"/>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g2198db1af2c_1_455"/>
          <p:cNvSpPr/>
          <p:nvPr/>
        </p:nvSpPr>
        <p:spPr>
          <a:xfrm flipH="1" rot="-5400000">
            <a:off x="6429462" y="-349897"/>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2198db1af2c_1_455"/>
          <p:cNvSpPr/>
          <p:nvPr/>
        </p:nvSpPr>
        <p:spPr>
          <a:xfrm flipH="1" rot="-5400000">
            <a:off x="6846899" y="739763"/>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g2198db1af2c_1_455"/>
          <p:cNvSpPr/>
          <p:nvPr/>
        </p:nvSpPr>
        <p:spPr>
          <a:xfrm flipH="1" rot="-5400000">
            <a:off x="7868401" y="1780635"/>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g2198db1af2c_1_455"/>
          <p:cNvSpPr/>
          <p:nvPr/>
        </p:nvSpPr>
        <p:spPr>
          <a:xfrm flipH="1" rot="-5400000">
            <a:off x="8390813" y="3560126"/>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g2198db1af2c_1_455"/>
          <p:cNvSpPr/>
          <p:nvPr/>
        </p:nvSpPr>
        <p:spPr>
          <a:xfrm flipH="1" rot="5400000">
            <a:off x="-1606355" y="2088224"/>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g2198db1af2c_1_455"/>
          <p:cNvSpPr/>
          <p:nvPr/>
        </p:nvSpPr>
        <p:spPr>
          <a:xfrm flipH="1" rot="5400000">
            <a:off x="-2431754" y="1819535"/>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1" name="Shape 271"/>
        <p:cNvGrpSpPr/>
        <p:nvPr/>
      </p:nvGrpSpPr>
      <p:grpSpPr>
        <a:xfrm>
          <a:off x="0" y="0"/>
          <a:ext cx="0" cy="0"/>
          <a:chOff x="0" y="0"/>
          <a:chExt cx="0" cy="0"/>
        </a:xfrm>
      </p:grpSpPr>
      <p:sp>
        <p:nvSpPr>
          <p:cNvPr id="272" name="Google Shape;272;g2198db1af2c_1_297"/>
          <p:cNvSpPr txBox="1"/>
          <p:nvPr>
            <p:ph type="ctrTitle"/>
          </p:nvPr>
        </p:nvSpPr>
        <p:spPr>
          <a:xfrm>
            <a:off x="2045575" y="1077625"/>
            <a:ext cx="5052900" cy="2391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191919"/>
              </a:buClr>
              <a:buSzPts val="5200"/>
              <a:buNone/>
              <a:defRPr sz="4500">
                <a:solidFill>
                  <a:srgbClr val="191919"/>
                </a:solidFill>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273" name="Google Shape;273;g2198db1af2c_1_297"/>
          <p:cNvSpPr txBox="1"/>
          <p:nvPr>
            <p:ph idx="1" type="subTitle"/>
          </p:nvPr>
        </p:nvSpPr>
        <p:spPr>
          <a:xfrm>
            <a:off x="2392525" y="3525613"/>
            <a:ext cx="4359000" cy="409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solidFill>
                  <a:srgbClr val="191919"/>
                </a:solidFill>
                <a:latin typeface="Anaheim"/>
                <a:ea typeface="Anaheim"/>
                <a:cs typeface="Anaheim"/>
                <a:sym typeface="Anahei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74" name="Google Shape;274;g2198db1af2c_1_297"/>
          <p:cNvSpPr/>
          <p:nvPr/>
        </p:nvSpPr>
        <p:spPr>
          <a:xfrm>
            <a:off x="3771760" y="-424457"/>
            <a:ext cx="5070489" cy="1544172"/>
          </a:xfrm>
          <a:custGeom>
            <a:rect b="b" l="l" r="r" t="t"/>
            <a:pathLst>
              <a:path extrusionOk="0" h="55837" w="183348">
                <a:moveTo>
                  <a:pt x="1" y="31"/>
                </a:moveTo>
                <a:cubicBezTo>
                  <a:pt x="1004" y="1064"/>
                  <a:pt x="2159" y="1976"/>
                  <a:pt x="3375" y="2736"/>
                </a:cubicBezTo>
                <a:cubicBezTo>
                  <a:pt x="11125" y="7630"/>
                  <a:pt x="32402" y="3435"/>
                  <a:pt x="45625" y="15320"/>
                </a:cubicBezTo>
                <a:cubicBezTo>
                  <a:pt x="49606" y="18876"/>
                  <a:pt x="52737" y="23314"/>
                  <a:pt x="55838" y="27660"/>
                </a:cubicBezTo>
                <a:cubicBezTo>
                  <a:pt x="58938" y="32037"/>
                  <a:pt x="62251" y="36353"/>
                  <a:pt x="66567" y="39545"/>
                </a:cubicBezTo>
                <a:cubicBezTo>
                  <a:pt x="82707" y="51399"/>
                  <a:pt x="99182" y="39363"/>
                  <a:pt x="114805" y="33648"/>
                </a:cubicBezTo>
                <a:cubicBezTo>
                  <a:pt x="123742" y="30426"/>
                  <a:pt x="132891" y="30821"/>
                  <a:pt x="141766" y="34773"/>
                </a:cubicBezTo>
                <a:cubicBezTo>
                  <a:pt x="149669" y="38299"/>
                  <a:pt x="163803" y="55837"/>
                  <a:pt x="183013" y="45958"/>
                </a:cubicBezTo>
                <a:lnTo>
                  <a:pt x="183348" y="0"/>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g2198db1af2c_1_297"/>
          <p:cNvSpPr/>
          <p:nvPr/>
        </p:nvSpPr>
        <p:spPr>
          <a:xfrm>
            <a:off x="5374782" y="-40261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2198db1af2c_1_297"/>
          <p:cNvSpPr/>
          <p:nvPr/>
        </p:nvSpPr>
        <p:spPr>
          <a:xfrm>
            <a:off x="-130074" y="-586499"/>
            <a:ext cx="3046337" cy="3596892"/>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g2198db1af2c_1_297"/>
          <p:cNvSpPr/>
          <p:nvPr/>
        </p:nvSpPr>
        <p:spPr>
          <a:xfrm>
            <a:off x="6284300" y="1801460"/>
            <a:ext cx="3851622" cy="366332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g2198db1af2c_1_297"/>
          <p:cNvSpPr/>
          <p:nvPr/>
        </p:nvSpPr>
        <p:spPr>
          <a:xfrm>
            <a:off x="4587299" y="3535257"/>
            <a:ext cx="5474833" cy="1824096"/>
          </a:xfrm>
          <a:custGeom>
            <a:rect b="b" l="l" r="r" t="t"/>
            <a:pathLst>
              <a:path extrusionOk="0" h="65959" w="197969">
                <a:moveTo>
                  <a:pt x="197968" y="7508"/>
                </a:moveTo>
                <a:cubicBezTo>
                  <a:pt x="197208" y="7083"/>
                  <a:pt x="196388" y="6657"/>
                  <a:pt x="195597" y="6292"/>
                </a:cubicBezTo>
                <a:cubicBezTo>
                  <a:pt x="182466" y="61"/>
                  <a:pt x="166539" y="0"/>
                  <a:pt x="153378" y="6231"/>
                </a:cubicBezTo>
                <a:cubicBezTo>
                  <a:pt x="137268" y="13891"/>
                  <a:pt x="124897" y="25381"/>
                  <a:pt x="105504" y="27843"/>
                </a:cubicBezTo>
                <a:cubicBezTo>
                  <a:pt x="85139" y="30426"/>
                  <a:pt x="65686" y="20517"/>
                  <a:pt x="46385" y="27600"/>
                </a:cubicBezTo>
                <a:cubicBezTo>
                  <a:pt x="34652" y="31885"/>
                  <a:pt x="27722" y="43709"/>
                  <a:pt x="19029" y="52676"/>
                </a:cubicBezTo>
                <a:cubicBezTo>
                  <a:pt x="13527" y="58360"/>
                  <a:pt x="7022" y="62767"/>
                  <a:pt x="1" y="65959"/>
                </a:cubicBezTo>
                <a:lnTo>
                  <a:pt x="197968" y="65959"/>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g2198db1af2c_1_297"/>
          <p:cNvSpPr/>
          <p:nvPr/>
        </p:nvSpPr>
        <p:spPr>
          <a:xfrm>
            <a:off x="7535080" y="2295937"/>
            <a:ext cx="2600842" cy="3042133"/>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g2198db1af2c_1_297"/>
          <p:cNvSpPr/>
          <p:nvPr/>
        </p:nvSpPr>
        <p:spPr>
          <a:xfrm>
            <a:off x="-257186" y="2619003"/>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g2198db1af2c_1_297"/>
          <p:cNvSpPr/>
          <p:nvPr/>
        </p:nvSpPr>
        <p:spPr>
          <a:xfrm>
            <a:off x="-209260" y="3466325"/>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g2198db1af2c_1_297"/>
          <p:cNvSpPr/>
          <p:nvPr/>
        </p:nvSpPr>
        <p:spPr>
          <a:xfrm>
            <a:off x="-209260" y="3090576"/>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g2198db1af2c_1_297"/>
          <p:cNvSpPr/>
          <p:nvPr/>
        </p:nvSpPr>
        <p:spPr>
          <a:xfrm>
            <a:off x="-323549" y="-514273"/>
            <a:ext cx="3221171" cy="1963643"/>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4" name="Shape 284"/>
        <p:cNvGrpSpPr/>
        <p:nvPr/>
      </p:nvGrpSpPr>
      <p:grpSpPr>
        <a:xfrm>
          <a:off x="0" y="0"/>
          <a:ext cx="0" cy="0"/>
          <a:chOff x="0" y="0"/>
          <a:chExt cx="0" cy="0"/>
        </a:xfrm>
      </p:grpSpPr>
      <p:sp>
        <p:nvSpPr>
          <p:cNvPr id="285" name="Google Shape;285;g2198db1af2c_1_310"/>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86" name="Google Shape;286;g2198db1af2c_1_310"/>
          <p:cNvSpPr txBox="1"/>
          <p:nvPr>
            <p:ph idx="1" type="body"/>
          </p:nvPr>
        </p:nvSpPr>
        <p:spPr>
          <a:xfrm>
            <a:off x="720000" y="1152475"/>
            <a:ext cx="7704000" cy="5727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rgbClr val="434343"/>
              </a:buClr>
              <a:buSzPts val="1400"/>
              <a:buChar char="●"/>
              <a:defRPr sz="1400">
                <a:solidFill>
                  <a:srgbClr val="434343"/>
                </a:solidFill>
              </a:defRPr>
            </a:lvl1pPr>
            <a:lvl2pPr indent="-317500" lvl="1" marL="914400" algn="l">
              <a:lnSpc>
                <a:spcPct val="115000"/>
              </a:lnSpc>
              <a:spcBef>
                <a:spcPts val="0"/>
              </a:spcBef>
              <a:spcAft>
                <a:spcPts val="0"/>
              </a:spcAft>
              <a:buClr>
                <a:srgbClr val="434343"/>
              </a:buClr>
              <a:buSzPts val="1400"/>
              <a:buChar char="○"/>
              <a:defRPr>
                <a:solidFill>
                  <a:srgbClr val="434343"/>
                </a:solidFill>
              </a:defRPr>
            </a:lvl2pPr>
            <a:lvl3pPr indent="-317500" lvl="2" marL="1371600" algn="l">
              <a:lnSpc>
                <a:spcPct val="115000"/>
              </a:lnSpc>
              <a:spcBef>
                <a:spcPts val="0"/>
              </a:spcBef>
              <a:spcAft>
                <a:spcPts val="0"/>
              </a:spcAft>
              <a:buClr>
                <a:srgbClr val="434343"/>
              </a:buClr>
              <a:buSzPts val="1400"/>
              <a:buChar char="■"/>
              <a:defRPr>
                <a:solidFill>
                  <a:srgbClr val="434343"/>
                </a:solidFill>
              </a:defRPr>
            </a:lvl3pPr>
            <a:lvl4pPr indent="-317500" lvl="3" marL="1828800" algn="l">
              <a:lnSpc>
                <a:spcPct val="115000"/>
              </a:lnSpc>
              <a:spcBef>
                <a:spcPts val="0"/>
              </a:spcBef>
              <a:spcAft>
                <a:spcPts val="0"/>
              </a:spcAft>
              <a:buClr>
                <a:srgbClr val="434343"/>
              </a:buClr>
              <a:buSzPts val="1400"/>
              <a:buChar char="●"/>
              <a:defRPr>
                <a:solidFill>
                  <a:srgbClr val="434343"/>
                </a:solidFill>
              </a:defRPr>
            </a:lvl4pPr>
            <a:lvl5pPr indent="-317500" lvl="4" marL="2286000" algn="l">
              <a:lnSpc>
                <a:spcPct val="115000"/>
              </a:lnSpc>
              <a:spcBef>
                <a:spcPts val="0"/>
              </a:spcBef>
              <a:spcAft>
                <a:spcPts val="0"/>
              </a:spcAft>
              <a:buClr>
                <a:srgbClr val="434343"/>
              </a:buClr>
              <a:buSzPts val="1400"/>
              <a:buChar char="○"/>
              <a:defRPr>
                <a:solidFill>
                  <a:srgbClr val="434343"/>
                </a:solidFill>
              </a:defRPr>
            </a:lvl5pPr>
            <a:lvl6pPr indent="-317500" lvl="5" marL="2743200" algn="l">
              <a:lnSpc>
                <a:spcPct val="115000"/>
              </a:lnSpc>
              <a:spcBef>
                <a:spcPts val="0"/>
              </a:spcBef>
              <a:spcAft>
                <a:spcPts val="0"/>
              </a:spcAft>
              <a:buClr>
                <a:srgbClr val="434343"/>
              </a:buClr>
              <a:buSzPts val="1400"/>
              <a:buChar char="■"/>
              <a:defRPr>
                <a:solidFill>
                  <a:srgbClr val="434343"/>
                </a:solidFill>
              </a:defRPr>
            </a:lvl6pPr>
            <a:lvl7pPr indent="-317500" lvl="6" marL="3200400" algn="l">
              <a:lnSpc>
                <a:spcPct val="115000"/>
              </a:lnSpc>
              <a:spcBef>
                <a:spcPts val="0"/>
              </a:spcBef>
              <a:spcAft>
                <a:spcPts val="0"/>
              </a:spcAft>
              <a:buClr>
                <a:srgbClr val="434343"/>
              </a:buClr>
              <a:buSzPts val="1400"/>
              <a:buChar char="●"/>
              <a:defRPr>
                <a:solidFill>
                  <a:srgbClr val="434343"/>
                </a:solidFill>
              </a:defRPr>
            </a:lvl7pPr>
            <a:lvl8pPr indent="-317500" lvl="7" marL="3657600" algn="l">
              <a:lnSpc>
                <a:spcPct val="115000"/>
              </a:lnSpc>
              <a:spcBef>
                <a:spcPts val="0"/>
              </a:spcBef>
              <a:spcAft>
                <a:spcPts val="0"/>
              </a:spcAft>
              <a:buClr>
                <a:srgbClr val="434343"/>
              </a:buClr>
              <a:buSzPts val="1400"/>
              <a:buChar char="○"/>
              <a:defRPr>
                <a:solidFill>
                  <a:srgbClr val="434343"/>
                </a:solidFill>
              </a:defRPr>
            </a:lvl8pPr>
            <a:lvl9pPr indent="-317500" lvl="8" marL="4114800" algn="l">
              <a:lnSpc>
                <a:spcPct val="115000"/>
              </a:lnSpc>
              <a:spcBef>
                <a:spcPts val="0"/>
              </a:spcBef>
              <a:spcAft>
                <a:spcPts val="0"/>
              </a:spcAft>
              <a:buClr>
                <a:srgbClr val="434343"/>
              </a:buClr>
              <a:buSzPts val="1400"/>
              <a:buChar char="■"/>
              <a:defRPr>
                <a:solidFill>
                  <a:srgbClr val="434343"/>
                </a:solidFill>
              </a:defRPr>
            </a:lvl9pPr>
          </a:lstStyle>
          <a:p/>
        </p:txBody>
      </p:sp>
      <p:sp>
        <p:nvSpPr>
          <p:cNvPr id="287" name="Google Shape;287;g2198db1af2c_1_310"/>
          <p:cNvSpPr/>
          <p:nvPr/>
        </p:nvSpPr>
        <p:spPr>
          <a:xfrm flipH="1">
            <a:off x="-2459185" y="-440035"/>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g2198db1af2c_1_310"/>
          <p:cNvSpPr/>
          <p:nvPr/>
        </p:nvSpPr>
        <p:spPr>
          <a:xfrm flipH="1">
            <a:off x="7382950" y="3090576"/>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289" name="Shape 289"/>
        <p:cNvGrpSpPr/>
        <p:nvPr/>
      </p:nvGrpSpPr>
      <p:grpSpPr>
        <a:xfrm>
          <a:off x="0" y="0"/>
          <a:ext cx="0" cy="0"/>
          <a:chOff x="0" y="0"/>
          <a:chExt cx="0" cy="0"/>
        </a:xfrm>
      </p:grpSpPr>
      <p:sp>
        <p:nvSpPr>
          <p:cNvPr id="290" name="Google Shape;290;g2198db1af2c_1_315"/>
          <p:cNvSpPr txBox="1"/>
          <p:nvPr>
            <p:ph type="title"/>
          </p:nvPr>
        </p:nvSpPr>
        <p:spPr>
          <a:xfrm>
            <a:off x="720000" y="1874875"/>
            <a:ext cx="244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91" name="Google Shape;291;g2198db1af2c_1_315"/>
          <p:cNvSpPr txBox="1"/>
          <p:nvPr>
            <p:ph idx="2" type="title"/>
          </p:nvPr>
        </p:nvSpPr>
        <p:spPr>
          <a:xfrm>
            <a:off x="720000" y="13305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92" name="Google Shape;292;g2198db1af2c_1_315"/>
          <p:cNvSpPr txBox="1"/>
          <p:nvPr>
            <p:ph idx="1" type="subTitle"/>
          </p:nvPr>
        </p:nvSpPr>
        <p:spPr>
          <a:xfrm>
            <a:off x="720000" y="2325813"/>
            <a:ext cx="2444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3" name="Google Shape;293;g2198db1af2c_1_315"/>
          <p:cNvSpPr txBox="1"/>
          <p:nvPr>
            <p:ph idx="3" type="title"/>
          </p:nvPr>
        </p:nvSpPr>
        <p:spPr>
          <a:xfrm>
            <a:off x="3327300" y="1874875"/>
            <a:ext cx="2597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94" name="Google Shape;294;g2198db1af2c_1_315"/>
          <p:cNvSpPr txBox="1"/>
          <p:nvPr>
            <p:ph idx="4" type="title"/>
          </p:nvPr>
        </p:nvSpPr>
        <p:spPr>
          <a:xfrm>
            <a:off x="3327300" y="13305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95" name="Google Shape;295;g2198db1af2c_1_315"/>
          <p:cNvSpPr txBox="1"/>
          <p:nvPr>
            <p:ph idx="5" type="subTitle"/>
          </p:nvPr>
        </p:nvSpPr>
        <p:spPr>
          <a:xfrm>
            <a:off x="3327300" y="2329300"/>
            <a:ext cx="2597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6" name="Google Shape;296;g2198db1af2c_1_315"/>
          <p:cNvSpPr txBox="1"/>
          <p:nvPr>
            <p:ph idx="6" type="title"/>
          </p:nvPr>
        </p:nvSpPr>
        <p:spPr>
          <a:xfrm>
            <a:off x="6087600" y="1874875"/>
            <a:ext cx="244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97" name="Google Shape;297;g2198db1af2c_1_315"/>
          <p:cNvSpPr txBox="1"/>
          <p:nvPr>
            <p:ph idx="7" type="title"/>
          </p:nvPr>
        </p:nvSpPr>
        <p:spPr>
          <a:xfrm>
            <a:off x="6087600" y="13305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98" name="Google Shape;298;g2198db1af2c_1_315"/>
          <p:cNvSpPr txBox="1"/>
          <p:nvPr>
            <p:ph idx="8" type="subTitle"/>
          </p:nvPr>
        </p:nvSpPr>
        <p:spPr>
          <a:xfrm>
            <a:off x="6087600" y="2329300"/>
            <a:ext cx="2444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9" name="Google Shape;299;g2198db1af2c_1_315"/>
          <p:cNvSpPr txBox="1"/>
          <p:nvPr>
            <p:ph idx="9" type="title"/>
          </p:nvPr>
        </p:nvSpPr>
        <p:spPr>
          <a:xfrm>
            <a:off x="720000" y="3664275"/>
            <a:ext cx="244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0" name="Google Shape;300;g2198db1af2c_1_315"/>
          <p:cNvSpPr txBox="1"/>
          <p:nvPr>
            <p:ph idx="13" type="title"/>
          </p:nvPr>
        </p:nvSpPr>
        <p:spPr>
          <a:xfrm>
            <a:off x="720000" y="31199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01" name="Google Shape;301;g2198db1af2c_1_315"/>
          <p:cNvSpPr txBox="1"/>
          <p:nvPr>
            <p:ph idx="14" type="subTitle"/>
          </p:nvPr>
        </p:nvSpPr>
        <p:spPr>
          <a:xfrm>
            <a:off x="720000" y="4118700"/>
            <a:ext cx="2444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2" name="Google Shape;302;g2198db1af2c_1_315"/>
          <p:cNvSpPr txBox="1"/>
          <p:nvPr>
            <p:ph idx="15" type="title"/>
          </p:nvPr>
        </p:nvSpPr>
        <p:spPr>
          <a:xfrm>
            <a:off x="3327300" y="3664275"/>
            <a:ext cx="2597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3" name="Google Shape;303;g2198db1af2c_1_315"/>
          <p:cNvSpPr txBox="1"/>
          <p:nvPr>
            <p:ph idx="16" type="title"/>
          </p:nvPr>
        </p:nvSpPr>
        <p:spPr>
          <a:xfrm>
            <a:off x="3327300" y="3119975"/>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04" name="Google Shape;304;g2198db1af2c_1_315"/>
          <p:cNvSpPr txBox="1"/>
          <p:nvPr>
            <p:ph idx="17" type="subTitle"/>
          </p:nvPr>
        </p:nvSpPr>
        <p:spPr>
          <a:xfrm>
            <a:off x="3327300" y="4118700"/>
            <a:ext cx="2597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5" name="Google Shape;305;g2198db1af2c_1_315"/>
          <p:cNvSpPr txBox="1"/>
          <p:nvPr>
            <p:ph idx="18" type="title"/>
          </p:nvPr>
        </p:nvSpPr>
        <p:spPr>
          <a:xfrm>
            <a:off x="6087600" y="3664275"/>
            <a:ext cx="244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6" name="Google Shape;306;g2198db1af2c_1_315"/>
          <p:cNvSpPr txBox="1"/>
          <p:nvPr>
            <p:ph idx="19" type="title"/>
          </p:nvPr>
        </p:nvSpPr>
        <p:spPr>
          <a:xfrm>
            <a:off x="6087600" y="3119975"/>
            <a:ext cx="13341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07" name="Google Shape;307;g2198db1af2c_1_315"/>
          <p:cNvSpPr txBox="1"/>
          <p:nvPr>
            <p:ph idx="20" type="subTitle"/>
          </p:nvPr>
        </p:nvSpPr>
        <p:spPr>
          <a:xfrm>
            <a:off x="6087600" y="4118700"/>
            <a:ext cx="24441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latin typeface="Anaheim"/>
                <a:ea typeface="Anaheim"/>
                <a:cs typeface="Anaheim"/>
                <a:sym typeface="Anahei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8" name="Google Shape;308;g2198db1af2c_1_315"/>
          <p:cNvSpPr txBox="1"/>
          <p:nvPr>
            <p:ph idx="21"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sz="3000">
                <a:solidFill>
                  <a:schemeClr val="accent1"/>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09" name="Google Shape;309;g2198db1af2c_1_315"/>
          <p:cNvSpPr/>
          <p:nvPr/>
        </p:nvSpPr>
        <p:spPr>
          <a:xfrm flipH="1">
            <a:off x="6449100" y="-437475"/>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2198db1af2c_1_315"/>
          <p:cNvSpPr/>
          <p:nvPr/>
        </p:nvSpPr>
        <p:spPr>
          <a:xfrm rot="10800000">
            <a:off x="7074850" y="-62625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2"/>
              </a:solidFill>
              <a:latin typeface="Arial"/>
              <a:ea typeface="Arial"/>
              <a:cs typeface="Arial"/>
              <a:sym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11" name="Shape 311"/>
        <p:cNvGrpSpPr/>
        <p:nvPr/>
      </p:nvGrpSpPr>
      <p:grpSpPr>
        <a:xfrm>
          <a:off x="0" y="0"/>
          <a:ext cx="0" cy="0"/>
          <a:chOff x="0" y="0"/>
          <a:chExt cx="0" cy="0"/>
        </a:xfrm>
      </p:grpSpPr>
      <p:sp>
        <p:nvSpPr>
          <p:cNvPr id="312" name="Google Shape;312;g2198db1af2c_1_337"/>
          <p:cNvSpPr txBox="1"/>
          <p:nvPr>
            <p:ph idx="1" type="subTitle"/>
          </p:nvPr>
        </p:nvSpPr>
        <p:spPr>
          <a:xfrm>
            <a:off x="2525675" y="3178675"/>
            <a:ext cx="4092600" cy="1546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3" name="Google Shape;313;g2198db1af2c_1_337"/>
          <p:cNvSpPr txBox="1"/>
          <p:nvPr>
            <p:ph type="title"/>
          </p:nvPr>
        </p:nvSpPr>
        <p:spPr>
          <a:xfrm>
            <a:off x="2525700" y="2741600"/>
            <a:ext cx="4092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14" name="Google Shape;314;g2198db1af2c_1_337"/>
          <p:cNvSpPr/>
          <p:nvPr/>
        </p:nvSpPr>
        <p:spPr>
          <a:xfrm flipH="1">
            <a:off x="6761925" y="-156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g2198db1af2c_1_337"/>
          <p:cNvSpPr/>
          <p:nvPr/>
        </p:nvSpPr>
        <p:spPr>
          <a:xfrm rot="10800000">
            <a:off x="6946525" y="-75457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g2198db1af2c_1_337"/>
          <p:cNvSpPr/>
          <p:nvPr/>
        </p:nvSpPr>
        <p:spPr>
          <a:xfrm flipH="1" rot="10800000">
            <a:off x="-610111" y="-420997"/>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g2198db1af2c_1_337"/>
          <p:cNvSpPr/>
          <p:nvPr/>
        </p:nvSpPr>
        <p:spPr>
          <a:xfrm flipH="1" rot="10800000">
            <a:off x="-562185" y="-205384"/>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g2198db1af2c_1_337"/>
          <p:cNvSpPr/>
          <p:nvPr/>
        </p:nvSpPr>
        <p:spPr>
          <a:xfrm flipH="1" rot="10800000">
            <a:off x="-562185" y="-393259"/>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319" name="Shape 319"/>
        <p:cNvGrpSpPr/>
        <p:nvPr/>
      </p:nvGrpSpPr>
      <p:grpSpPr>
        <a:xfrm>
          <a:off x="0" y="0"/>
          <a:ext cx="0" cy="0"/>
          <a:chOff x="0" y="0"/>
          <a:chExt cx="0" cy="0"/>
        </a:xfrm>
      </p:grpSpPr>
      <p:sp>
        <p:nvSpPr>
          <p:cNvPr id="320" name="Google Shape;320;g2198db1af2c_1_345"/>
          <p:cNvSpPr txBox="1"/>
          <p:nvPr>
            <p:ph idx="1" type="subTitle"/>
          </p:nvPr>
        </p:nvSpPr>
        <p:spPr>
          <a:xfrm>
            <a:off x="813150" y="2327525"/>
            <a:ext cx="3556800" cy="1546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solidFill>
                  <a:srgbClr val="000000"/>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1" name="Google Shape;321;g2198db1af2c_1_345"/>
          <p:cNvSpPr txBox="1"/>
          <p:nvPr>
            <p:ph type="title"/>
          </p:nvPr>
        </p:nvSpPr>
        <p:spPr>
          <a:xfrm>
            <a:off x="813150" y="1567975"/>
            <a:ext cx="45522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22" name="Google Shape;322;g2198db1af2c_1_345"/>
          <p:cNvSpPr/>
          <p:nvPr/>
        </p:nvSpPr>
        <p:spPr>
          <a:xfrm>
            <a:off x="-917811" y="3189990"/>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g2198db1af2c_1_345"/>
          <p:cNvSpPr/>
          <p:nvPr/>
        </p:nvSpPr>
        <p:spPr>
          <a:xfrm>
            <a:off x="-869885" y="3849437"/>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rgbClr val="BCDFF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2198db1af2c_1_345"/>
          <p:cNvSpPr/>
          <p:nvPr/>
        </p:nvSpPr>
        <p:spPr>
          <a:xfrm>
            <a:off x="-869885" y="3661564"/>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325" name="Shape 325"/>
        <p:cNvGrpSpPr/>
        <p:nvPr/>
      </p:nvGrpSpPr>
      <p:grpSpPr>
        <a:xfrm>
          <a:off x="0" y="0"/>
          <a:ext cx="0" cy="0"/>
          <a:chOff x="0" y="0"/>
          <a:chExt cx="0" cy="0"/>
        </a:xfrm>
      </p:grpSpPr>
      <p:sp>
        <p:nvSpPr>
          <p:cNvPr id="326" name="Google Shape;326;g2198db1af2c_1_351"/>
          <p:cNvSpPr txBox="1"/>
          <p:nvPr>
            <p:ph type="title"/>
          </p:nvPr>
        </p:nvSpPr>
        <p:spPr>
          <a:xfrm>
            <a:off x="720000" y="2926288"/>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solidFill>
                  <a:srgbClr val="191919"/>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27" name="Google Shape;327;g2198db1af2c_1_351"/>
          <p:cNvSpPr txBox="1"/>
          <p:nvPr>
            <p:ph idx="1" type="subTitle"/>
          </p:nvPr>
        </p:nvSpPr>
        <p:spPr>
          <a:xfrm>
            <a:off x="817200" y="3378000"/>
            <a:ext cx="2142000" cy="706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rgbClr val="19191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8" name="Google Shape;328;g2198db1af2c_1_351"/>
          <p:cNvSpPr txBox="1"/>
          <p:nvPr>
            <p:ph idx="2" type="title"/>
          </p:nvPr>
        </p:nvSpPr>
        <p:spPr>
          <a:xfrm>
            <a:off x="3403800" y="2926288"/>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solidFill>
                  <a:srgbClr val="191919"/>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29" name="Google Shape;329;g2198db1af2c_1_351"/>
          <p:cNvSpPr txBox="1"/>
          <p:nvPr>
            <p:ph idx="3" type="subTitle"/>
          </p:nvPr>
        </p:nvSpPr>
        <p:spPr>
          <a:xfrm>
            <a:off x="3501000" y="3378000"/>
            <a:ext cx="2142000" cy="706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rgbClr val="19191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0" name="Google Shape;330;g2198db1af2c_1_351"/>
          <p:cNvSpPr txBox="1"/>
          <p:nvPr>
            <p:ph idx="4" type="title"/>
          </p:nvPr>
        </p:nvSpPr>
        <p:spPr>
          <a:xfrm>
            <a:off x="6087600" y="2926288"/>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solidFill>
                  <a:srgbClr val="191919"/>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31" name="Google Shape;331;g2198db1af2c_1_351"/>
          <p:cNvSpPr txBox="1"/>
          <p:nvPr>
            <p:ph idx="5" type="subTitle"/>
          </p:nvPr>
        </p:nvSpPr>
        <p:spPr>
          <a:xfrm>
            <a:off x="6184800" y="3378000"/>
            <a:ext cx="2142000" cy="706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rgbClr val="19191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2" name="Google Shape;332;g2198db1af2c_1_351"/>
          <p:cNvSpPr txBox="1"/>
          <p:nvPr>
            <p:ph idx="6"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sz="3000">
                <a:solidFill>
                  <a:srgbClr val="46A9E7"/>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33" name="Google Shape;333;g2198db1af2c_1_351"/>
          <p:cNvSpPr/>
          <p:nvPr/>
        </p:nvSpPr>
        <p:spPr>
          <a:xfrm rot="10800000">
            <a:off x="-219050" y="-149750"/>
            <a:ext cx="3481850" cy="3311625"/>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rgbClr val="9ED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g2198db1af2c_1_351"/>
          <p:cNvSpPr/>
          <p:nvPr/>
        </p:nvSpPr>
        <p:spPr>
          <a:xfrm rot="10800000">
            <a:off x="-219050" y="-51025"/>
            <a:ext cx="2351150" cy="2750075"/>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rgbClr val="BCDFF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g2198db1af2c_1_351"/>
          <p:cNvSpPr/>
          <p:nvPr/>
        </p:nvSpPr>
        <p:spPr>
          <a:xfrm rot="10800000">
            <a:off x="-219050" y="-43625"/>
            <a:ext cx="1530450" cy="942275"/>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rgbClr val="E6F5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g2198db1af2c_1_351"/>
          <p:cNvSpPr/>
          <p:nvPr/>
        </p:nvSpPr>
        <p:spPr>
          <a:xfrm rot="10800000">
            <a:off x="7009450" y="-83500"/>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rgbClr val="9ED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g2198db1af2c_1_351"/>
          <p:cNvSpPr/>
          <p:nvPr/>
        </p:nvSpPr>
        <p:spPr>
          <a:xfrm rot="10800000">
            <a:off x="6843025" y="-5842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rgbClr val="BCDFF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g2198db1af2c_1_351"/>
          <p:cNvSpPr/>
          <p:nvPr/>
        </p:nvSpPr>
        <p:spPr>
          <a:xfrm rot="10800000">
            <a:off x="7596825" y="-51025"/>
            <a:ext cx="1545650" cy="1464325"/>
          </a:xfrm>
          <a:custGeom>
            <a:rect b="b" l="l" r="r" t="t"/>
            <a:pathLst>
              <a:path extrusionOk="0" h="58573" w="61826">
                <a:moveTo>
                  <a:pt x="0" y="58573"/>
                </a:moveTo>
                <a:lnTo>
                  <a:pt x="61612" y="58573"/>
                </a:lnTo>
                <a:cubicBezTo>
                  <a:pt x="61825" y="43648"/>
                  <a:pt x="52828" y="28177"/>
                  <a:pt x="30213" y="25776"/>
                </a:cubicBezTo>
                <a:cubicBezTo>
                  <a:pt x="9605" y="23618"/>
                  <a:pt x="5623" y="14469"/>
                  <a:pt x="0" y="0"/>
                </a:cubicBezTo>
                <a:close/>
              </a:path>
            </a:pathLst>
          </a:custGeom>
          <a:solidFill>
            <a:srgbClr val="E6F5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rgbClr val="46A9E7">
            <a:alpha val="7058"/>
          </a:srgbClr>
        </a:solidFill>
      </p:bgPr>
    </p:bg>
    <p:spTree>
      <p:nvGrpSpPr>
        <p:cNvPr id="339" name="Shape 339"/>
        <p:cNvGrpSpPr/>
        <p:nvPr/>
      </p:nvGrpSpPr>
      <p:grpSpPr>
        <a:xfrm>
          <a:off x="0" y="0"/>
          <a:ext cx="0" cy="0"/>
          <a:chOff x="0" y="0"/>
          <a:chExt cx="0" cy="0"/>
        </a:xfrm>
      </p:grpSpPr>
      <p:sp>
        <p:nvSpPr>
          <p:cNvPr id="340" name="Google Shape;340;g2198db1af2c_1_365"/>
          <p:cNvSpPr txBox="1"/>
          <p:nvPr>
            <p:ph type="title"/>
          </p:nvPr>
        </p:nvSpPr>
        <p:spPr>
          <a:xfrm>
            <a:off x="2290025" y="3185288"/>
            <a:ext cx="4563900" cy="531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200">
                <a:solidFill>
                  <a:srgbClr val="46A9E7"/>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341" name="Google Shape;341;g2198db1af2c_1_365"/>
          <p:cNvSpPr txBox="1"/>
          <p:nvPr>
            <p:ph idx="1" type="subTitle"/>
          </p:nvPr>
        </p:nvSpPr>
        <p:spPr>
          <a:xfrm>
            <a:off x="1708625" y="1426325"/>
            <a:ext cx="5726700" cy="1640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solidFill>
                  <a:schemeClr val="lt1"/>
                </a:solidFill>
                <a:latin typeface="Anaheim"/>
                <a:ea typeface="Anaheim"/>
                <a:cs typeface="Anaheim"/>
                <a:sym typeface="Anaheim"/>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42" name="Google Shape;342;g2198db1af2c_1_365"/>
          <p:cNvSpPr txBox="1"/>
          <p:nvPr>
            <p:ph idx="12" type="sldNum"/>
          </p:nvPr>
        </p:nvSpPr>
        <p:spPr>
          <a:xfrm>
            <a:off x="8404384" y="4673651"/>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343" name="Google Shape;343;g2198db1af2c_1_365"/>
          <p:cNvSpPr/>
          <p:nvPr/>
        </p:nvSpPr>
        <p:spPr>
          <a:xfrm flipH="1" rot="10800000">
            <a:off x="659175" y="-328750"/>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g2198db1af2c_1_365"/>
          <p:cNvSpPr/>
          <p:nvPr/>
        </p:nvSpPr>
        <p:spPr>
          <a:xfrm flipH="1" rot="10800000">
            <a:off x="-154025" y="-157975"/>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g2198db1af2c_1_365"/>
          <p:cNvSpPr/>
          <p:nvPr/>
        </p:nvSpPr>
        <p:spPr>
          <a:xfrm flipH="1" rot="10800000">
            <a:off x="-110700" y="-13290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g2198db1af2c_1_365"/>
          <p:cNvSpPr/>
          <p:nvPr/>
        </p:nvSpPr>
        <p:spPr>
          <a:xfrm rot="10800000">
            <a:off x="6425950" y="2109538"/>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g2198db1af2c_1_365"/>
          <p:cNvSpPr/>
          <p:nvPr/>
        </p:nvSpPr>
        <p:spPr>
          <a:xfrm rot="10800000">
            <a:off x="6267900" y="3462388"/>
            <a:ext cx="2911925" cy="1775125"/>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g2198db1af2c_1_365"/>
          <p:cNvSpPr/>
          <p:nvPr/>
        </p:nvSpPr>
        <p:spPr>
          <a:xfrm rot="10800000">
            <a:off x="7368975" y="4533838"/>
            <a:ext cx="1810850" cy="703675"/>
          </a:xfrm>
          <a:custGeom>
            <a:rect b="b" l="l" r="r" t="t"/>
            <a:pathLst>
              <a:path extrusionOk="0" h="28147" w="72434">
                <a:moveTo>
                  <a:pt x="0" y="0"/>
                </a:moveTo>
                <a:lnTo>
                  <a:pt x="0" y="28147"/>
                </a:lnTo>
                <a:cubicBezTo>
                  <a:pt x="4012" y="26870"/>
                  <a:pt x="8177" y="26110"/>
                  <a:pt x="12310" y="25745"/>
                </a:cubicBezTo>
                <a:cubicBezTo>
                  <a:pt x="21247" y="24955"/>
                  <a:pt x="30274" y="25563"/>
                  <a:pt x="39180" y="24682"/>
                </a:cubicBezTo>
                <a:cubicBezTo>
                  <a:pt x="48117" y="23800"/>
                  <a:pt x="57235" y="21308"/>
                  <a:pt x="64074" y="15107"/>
                </a:cubicBezTo>
                <a:cubicBezTo>
                  <a:pt x="68299" y="11277"/>
                  <a:pt x="71400" y="5745"/>
                  <a:pt x="724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bg>
      <p:bgPr>
        <a:solidFill>
          <a:srgbClr val="46A9E7">
            <a:alpha val="7058"/>
          </a:srgbClr>
        </a:solidFill>
      </p:bgPr>
    </p:bg>
    <p:spTree>
      <p:nvGrpSpPr>
        <p:cNvPr id="349" name="Shape 349"/>
        <p:cNvGrpSpPr/>
        <p:nvPr/>
      </p:nvGrpSpPr>
      <p:grpSpPr>
        <a:xfrm>
          <a:off x="0" y="0"/>
          <a:ext cx="0" cy="0"/>
          <a:chOff x="0" y="0"/>
          <a:chExt cx="0" cy="0"/>
        </a:xfrm>
      </p:grpSpPr>
      <p:sp>
        <p:nvSpPr>
          <p:cNvPr id="350" name="Google Shape;350;g2198db1af2c_1_375"/>
          <p:cNvSpPr txBox="1"/>
          <p:nvPr>
            <p:ph type="title"/>
          </p:nvPr>
        </p:nvSpPr>
        <p:spPr>
          <a:xfrm>
            <a:off x="720000" y="2005963"/>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solidFill>
                  <a:schemeClr val="dk1"/>
                </a:solidFill>
              </a:defRPr>
            </a:lvl1pPr>
            <a:lvl2pPr lvl="1" algn="ctr">
              <a:lnSpc>
                <a:spcPct val="100000"/>
              </a:lnSpc>
              <a:spcBef>
                <a:spcPts val="0"/>
              </a:spcBef>
              <a:spcAft>
                <a:spcPts val="0"/>
              </a:spcAft>
              <a:buClr>
                <a:schemeClr val="accent1"/>
              </a:buClr>
              <a:buSzPts val="2500"/>
              <a:buNone/>
              <a:defRPr sz="2500">
                <a:solidFill>
                  <a:schemeClr val="accent1"/>
                </a:solidFill>
              </a:defRPr>
            </a:lvl2pPr>
            <a:lvl3pPr lvl="2" algn="ctr">
              <a:lnSpc>
                <a:spcPct val="100000"/>
              </a:lnSpc>
              <a:spcBef>
                <a:spcPts val="0"/>
              </a:spcBef>
              <a:spcAft>
                <a:spcPts val="0"/>
              </a:spcAft>
              <a:buClr>
                <a:schemeClr val="accent1"/>
              </a:buClr>
              <a:buSzPts val="2500"/>
              <a:buNone/>
              <a:defRPr sz="2500">
                <a:solidFill>
                  <a:schemeClr val="accent1"/>
                </a:solidFill>
              </a:defRPr>
            </a:lvl3pPr>
            <a:lvl4pPr lvl="3" algn="ctr">
              <a:lnSpc>
                <a:spcPct val="100000"/>
              </a:lnSpc>
              <a:spcBef>
                <a:spcPts val="0"/>
              </a:spcBef>
              <a:spcAft>
                <a:spcPts val="0"/>
              </a:spcAft>
              <a:buClr>
                <a:schemeClr val="accent1"/>
              </a:buClr>
              <a:buSzPts val="2500"/>
              <a:buNone/>
              <a:defRPr sz="2500">
                <a:solidFill>
                  <a:schemeClr val="accent1"/>
                </a:solidFill>
              </a:defRPr>
            </a:lvl4pPr>
            <a:lvl5pPr lvl="4" algn="ctr">
              <a:lnSpc>
                <a:spcPct val="100000"/>
              </a:lnSpc>
              <a:spcBef>
                <a:spcPts val="0"/>
              </a:spcBef>
              <a:spcAft>
                <a:spcPts val="0"/>
              </a:spcAft>
              <a:buClr>
                <a:schemeClr val="accent1"/>
              </a:buClr>
              <a:buSzPts val="2500"/>
              <a:buNone/>
              <a:defRPr sz="2500">
                <a:solidFill>
                  <a:schemeClr val="accent1"/>
                </a:solidFill>
              </a:defRPr>
            </a:lvl5pPr>
            <a:lvl6pPr lvl="5" algn="ctr">
              <a:lnSpc>
                <a:spcPct val="100000"/>
              </a:lnSpc>
              <a:spcBef>
                <a:spcPts val="0"/>
              </a:spcBef>
              <a:spcAft>
                <a:spcPts val="0"/>
              </a:spcAft>
              <a:buClr>
                <a:schemeClr val="accent1"/>
              </a:buClr>
              <a:buSzPts val="2500"/>
              <a:buNone/>
              <a:defRPr sz="2500">
                <a:solidFill>
                  <a:schemeClr val="accent1"/>
                </a:solidFill>
              </a:defRPr>
            </a:lvl6pPr>
            <a:lvl7pPr lvl="6" algn="ctr">
              <a:lnSpc>
                <a:spcPct val="100000"/>
              </a:lnSpc>
              <a:spcBef>
                <a:spcPts val="0"/>
              </a:spcBef>
              <a:spcAft>
                <a:spcPts val="0"/>
              </a:spcAft>
              <a:buClr>
                <a:schemeClr val="accent1"/>
              </a:buClr>
              <a:buSzPts val="2500"/>
              <a:buNone/>
              <a:defRPr sz="2500">
                <a:solidFill>
                  <a:schemeClr val="accent1"/>
                </a:solidFill>
              </a:defRPr>
            </a:lvl7pPr>
            <a:lvl8pPr lvl="7" algn="ctr">
              <a:lnSpc>
                <a:spcPct val="100000"/>
              </a:lnSpc>
              <a:spcBef>
                <a:spcPts val="0"/>
              </a:spcBef>
              <a:spcAft>
                <a:spcPts val="0"/>
              </a:spcAft>
              <a:buClr>
                <a:schemeClr val="accent1"/>
              </a:buClr>
              <a:buSzPts val="2500"/>
              <a:buNone/>
              <a:defRPr sz="2500">
                <a:solidFill>
                  <a:schemeClr val="accent1"/>
                </a:solidFill>
              </a:defRPr>
            </a:lvl8pPr>
            <a:lvl9pPr lvl="8" algn="ctr">
              <a:lnSpc>
                <a:spcPct val="100000"/>
              </a:lnSpc>
              <a:spcBef>
                <a:spcPts val="0"/>
              </a:spcBef>
              <a:spcAft>
                <a:spcPts val="0"/>
              </a:spcAft>
              <a:buClr>
                <a:schemeClr val="accent1"/>
              </a:buClr>
              <a:buSzPts val="2500"/>
              <a:buNone/>
              <a:defRPr sz="2500">
                <a:solidFill>
                  <a:schemeClr val="accent1"/>
                </a:solidFill>
              </a:defRPr>
            </a:lvl9pPr>
          </a:lstStyle>
          <a:p/>
        </p:txBody>
      </p:sp>
      <p:sp>
        <p:nvSpPr>
          <p:cNvPr id="351" name="Google Shape;351;g2198db1af2c_1_375"/>
          <p:cNvSpPr txBox="1"/>
          <p:nvPr>
            <p:ph idx="1" type="subTitle"/>
          </p:nvPr>
        </p:nvSpPr>
        <p:spPr>
          <a:xfrm>
            <a:off x="720000" y="2486625"/>
            <a:ext cx="2336400" cy="638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400"/>
              <a:buNone/>
              <a:defRPr sz="1400">
                <a:solidFill>
                  <a:schemeClr val="dk1"/>
                </a:solidFill>
              </a:defRPr>
            </a:lvl1pPr>
            <a:lvl2pPr lvl="1" algn="ctr">
              <a:lnSpc>
                <a:spcPct val="100000"/>
              </a:lnSpc>
              <a:spcBef>
                <a:spcPts val="0"/>
              </a:spcBef>
              <a:spcAft>
                <a:spcPts val="0"/>
              </a:spcAft>
              <a:buClr>
                <a:schemeClr val="lt1"/>
              </a:buClr>
              <a:buSzPts val="1400"/>
              <a:buNone/>
              <a:defRPr>
                <a:solidFill>
                  <a:schemeClr val="lt1"/>
                </a:solidFill>
              </a:defRPr>
            </a:lvl2pPr>
            <a:lvl3pPr lvl="2" algn="ctr">
              <a:lnSpc>
                <a:spcPct val="100000"/>
              </a:lnSpc>
              <a:spcBef>
                <a:spcPts val="0"/>
              </a:spcBef>
              <a:spcAft>
                <a:spcPts val="0"/>
              </a:spcAft>
              <a:buClr>
                <a:schemeClr val="lt1"/>
              </a:buClr>
              <a:buSzPts val="1400"/>
              <a:buNone/>
              <a:defRPr>
                <a:solidFill>
                  <a:schemeClr val="lt1"/>
                </a:solidFill>
              </a:defRPr>
            </a:lvl3pPr>
            <a:lvl4pPr lvl="3" algn="ctr">
              <a:lnSpc>
                <a:spcPct val="100000"/>
              </a:lnSpc>
              <a:spcBef>
                <a:spcPts val="0"/>
              </a:spcBef>
              <a:spcAft>
                <a:spcPts val="0"/>
              </a:spcAft>
              <a:buClr>
                <a:schemeClr val="lt1"/>
              </a:buClr>
              <a:buSzPts val="1400"/>
              <a:buNone/>
              <a:defRPr>
                <a:solidFill>
                  <a:schemeClr val="lt1"/>
                </a:solidFill>
              </a:defRPr>
            </a:lvl4pPr>
            <a:lvl5pPr lvl="4" algn="ctr">
              <a:lnSpc>
                <a:spcPct val="100000"/>
              </a:lnSpc>
              <a:spcBef>
                <a:spcPts val="0"/>
              </a:spcBef>
              <a:spcAft>
                <a:spcPts val="0"/>
              </a:spcAft>
              <a:buClr>
                <a:schemeClr val="lt1"/>
              </a:buClr>
              <a:buSzPts val="1400"/>
              <a:buNone/>
              <a:defRPr>
                <a:solidFill>
                  <a:schemeClr val="lt1"/>
                </a:solidFill>
              </a:defRPr>
            </a:lvl5pPr>
            <a:lvl6pPr lvl="5" algn="ctr">
              <a:lnSpc>
                <a:spcPct val="100000"/>
              </a:lnSpc>
              <a:spcBef>
                <a:spcPts val="0"/>
              </a:spcBef>
              <a:spcAft>
                <a:spcPts val="0"/>
              </a:spcAft>
              <a:buClr>
                <a:schemeClr val="lt1"/>
              </a:buClr>
              <a:buSzPts val="1400"/>
              <a:buNone/>
              <a:defRPr>
                <a:solidFill>
                  <a:schemeClr val="lt1"/>
                </a:solidFill>
              </a:defRPr>
            </a:lvl6pPr>
            <a:lvl7pPr lvl="6" algn="ctr">
              <a:lnSpc>
                <a:spcPct val="100000"/>
              </a:lnSpc>
              <a:spcBef>
                <a:spcPts val="0"/>
              </a:spcBef>
              <a:spcAft>
                <a:spcPts val="0"/>
              </a:spcAft>
              <a:buClr>
                <a:schemeClr val="lt1"/>
              </a:buClr>
              <a:buSzPts val="1400"/>
              <a:buNone/>
              <a:defRPr>
                <a:solidFill>
                  <a:schemeClr val="lt1"/>
                </a:solidFill>
              </a:defRPr>
            </a:lvl7pPr>
            <a:lvl8pPr lvl="7" algn="ctr">
              <a:lnSpc>
                <a:spcPct val="100000"/>
              </a:lnSpc>
              <a:spcBef>
                <a:spcPts val="0"/>
              </a:spcBef>
              <a:spcAft>
                <a:spcPts val="0"/>
              </a:spcAft>
              <a:buClr>
                <a:schemeClr val="lt1"/>
              </a:buClr>
              <a:buSzPts val="1400"/>
              <a:buNone/>
              <a:defRPr>
                <a:solidFill>
                  <a:schemeClr val="lt1"/>
                </a:solidFill>
              </a:defRPr>
            </a:lvl8pPr>
            <a:lvl9pPr lvl="8" algn="ctr">
              <a:lnSpc>
                <a:spcPct val="100000"/>
              </a:lnSpc>
              <a:spcBef>
                <a:spcPts val="0"/>
              </a:spcBef>
              <a:spcAft>
                <a:spcPts val="0"/>
              </a:spcAft>
              <a:buClr>
                <a:schemeClr val="lt1"/>
              </a:buClr>
              <a:buSzPts val="1400"/>
              <a:buNone/>
              <a:defRPr>
                <a:solidFill>
                  <a:schemeClr val="lt1"/>
                </a:solidFill>
              </a:defRPr>
            </a:lvl9pPr>
          </a:lstStyle>
          <a:p/>
        </p:txBody>
      </p:sp>
      <p:sp>
        <p:nvSpPr>
          <p:cNvPr id="352" name="Google Shape;352;g2198db1af2c_1_375"/>
          <p:cNvSpPr txBox="1"/>
          <p:nvPr>
            <p:ph idx="2" type="title"/>
          </p:nvPr>
        </p:nvSpPr>
        <p:spPr>
          <a:xfrm>
            <a:off x="3403800" y="3196613"/>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solidFill>
                  <a:schemeClr val="dk1"/>
                </a:solidFill>
              </a:defRPr>
            </a:lvl1pPr>
            <a:lvl2pPr lvl="1" algn="ctr">
              <a:lnSpc>
                <a:spcPct val="100000"/>
              </a:lnSpc>
              <a:spcBef>
                <a:spcPts val="0"/>
              </a:spcBef>
              <a:spcAft>
                <a:spcPts val="0"/>
              </a:spcAft>
              <a:buClr>
                <a:schemeClr val="accent1"/>
              </a:buClr>
              <a:buSzPts val="2500"/>
              <a:buNone/>
              <a:defRPr sz="2500">
                <a:solidFill>
                  <a:schemeClr val="accent1"/>
                </a:solidFill>
              </a:defRPr>
            </a:lvl2pPr>
            <a:lvl3pPr lvl="2" algn="ctr">
              <a:lnSpc>
                <a:spcPct val="100000"/>
              </a:lnSpc>
              <a:spcBef>
                <a:spcPts val="0"/>
              </a:spcBef>
              <a:spcAft>
                <a:spcPts val="0"/>
              </a:spcAft>
              <a:buClr>
                <a:schemeClr val="accent1"/>
              </a:buClr>
              <a:buSzPts val="2500"/>
              <a:buNone/>
              <a:defRPr sz="2500">
                <a:solidFill>
                  <a:schemeClr val="accent1"/>
                </a:solidFill>
              </a:defRPr>
            </a:lvl3pPr>
            <a:lvl4pPr lvl="3" algn="ctr">
              <a:lnSpc>
                <a:spcPct val="100000"/>
              </a:lnSpc>
              <a:spcBef>
                <a:spcPts val="0"/>
              </a:spcBef>
              <a:spcAft>
                <a:spcPts val="0"/>
              </a:spcAft>
              <a:buClr>
                <a:schemeClr val="accent1"/>
              </a:buClr>
              <a:buSzPts val="2500"/>
              <a:buNone/>
              <a:defRPr sz="2500">
                <a:solidFill>
                  <a:schemeClr val="accent1"/>
                </a:solidFill>
              </a:defRPr>
            </a:lvl4pPr>
            <a:lvl5pPr lvl="4" algn="ctr">
              <a:lnSpc>
                <a:spcPct val="100000"/>
              </a:lnSpc>
              <a:spcBef>
                <a:spcPts val="0"/>
              </a:spcBef>
              <a:spcAft>
                <a:spcPts val="0"/>
              </a:spcAft>
              <a:buClr>
                <a:schemeClr val="accent1"/>
              </a:buClr>
              <a:buSzPts val="2500"/>
              <a:buNone/>
              <a:defRPr sz="2500">
                <a:solidFill>
                  <a:schemeClr val="accent1"/>
                </a:solidFill>
              </a:defRPr>
            </a:lvl5pPr>
            <a:lvl6pPr lvl="5" algn="ctr">
              <a:lnSpc>
                <a:spcPct val="100000"/>
              </a:lnSpc>
              <a:spcBef>
                <a:spcPts val="0"/>
              </a:spcBef>
              <a:spcAft>
                <a:spcPts val="0"/>
              </a:spcAft>
              <a:buClr>
                <a:schemeClr val="accent1"/>
              </a:buClr>
              <a:buSzPts val="2500"/>
              <a:buNone/>
              <a:defRPr sz="2500">
                <a:solidFill>
                  <a:schemeClr val="accent1"/>
                </a:solidFill>
              </a:defRPr>
            </a:lvl6pPr>
            <a:lvl7pPr lvl="6" algn="ctr">
              <a:lnSpc>
                <a:spcPct val="100000"/>
              </a:lnSpc>
              <a:spcBef>
                <a:spcPts val="0"/>
              </a:spcBef>
              <a:spcAft>
                <a:spcPts val="0"/>
              </a:spcAft>
              <a:buClr>
                <a:schemeClr val="accent1"/>
              </a:buClr>
              <a:buSzPts val="2500"/>
              <a:buNone/>
              <a:defRPr sz="2500">
                <a:solidFill>
                  <a:schemeClr val="accent1"/>
                </a:solidFill>
              </a:defRPr>
            </a:lvl7pPr>
            <a:lvl8pPr lvl="7" algn="ctr">
              <a:lnSpc>
                <a:spcPct val="100000"/>
              </a:lnSpc>
              <a:spcBef>
                <a:spcPts val="0"/>
              </a:spcBef>
              <a:spcAft>
                <a:spcPts val="0"/>
              </a:spcAft>
              <a:buClr>
                <a:schemeClr val="accent1"/>
              </a:buClr>
              <a:buSzPts val="2500"/>
              <a:buNone/>
              <a:defRPr sz="2500">
                <a:solidFill>
                  <a:schemeClr val="accent1"/>
                </a:solidFill>
              </a:defRPr>
            </a:lvl8pPr>
            <a:lvl9pPr lvl="8" algn="ctr">
              <a:lnSpc>
                <a:spcPct val="100000"/>
              </a:lnSpc>
              <a:spcBef>
                <a:spcPts val="0"/>
              </a:spcBef>
              <a:spcAft>
                <a:spcPts val="0"/>
              </a:spcAft>
              <a:buClr>
                <a:schemeClr val="accent1"/>
              </a:buClr>
              <a:buSzPts val="2500"/>
              <a:buNone/>
              <a:defRPr sz="2500">
                <a:solidFill>
                  <a:schemeClr val="accent1"/>
                </a:solidFill>
              </a:defRPr>
            </a:lvl9pPr>
          </a:lstStyle>
          <a:p/>
        </p:txBody>
      </p:sp>
      <p:sp>
        <p:nvSpPr>
          <p:cNvPr id="353" name="Google Shape;353;g2198db1af2c_1_375"/>
          <p:cNvSpPr txBox="1"/>
          <p:nvPr>
            <p:ph idx="3" type="subTitle"/>
          </p:nvPr>
        </p:nvSpPr>
        <p:spPr>
          <a:xfrm>
            <a:off x="3403800" y="3680075"/>
            <a:ext cx="2336400" cy="638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400"/>
              <a:buNone/>
              <a:defRPr sz="1400">
                <a:solidFill>
                  <a:schemeClr val="dk1"/>
                </a:solidFill>
              </a:defRPr>
            </a:lvl1pPr>
            <a:lvl2pPr lvl="1" algn="ctr">
              <a:lnSpc>
                <a:spcPct val="100000"/>
              </a:lnSpc>
              <a:spcBef>
                <a:spcPts val="0"/>
              </a:spcBef>
              <a:spcAft>
                <a:spcPts val="0"/>
              </a:spcAft>
              <a:buClr>
                <a:schemeClr val="lt1"/>
              </a:buClr>
              <a:buSzPts val="1400"/>
              <a:buNone/>
              <a:defRPr>
                <a:solidFill>
                  <a:schemeClr val="lt1"/>
                </a:solidFill>
              </a:defRPr>
            </a:lvl2pPr>
            <a:lvl3pPr lvl="2" algn="ctr">
              <a:lnSpc>
                <a:spcPct val="100000"/>
              </a:lnSpc>
              <a:spcBef>
                <a:spcPts val="0"/>
              </a:spcBef>
              <a:spcAft>
                <a:spcPts val="0"/>
              </a:spcAft>
              <a:buClr>
                <a:schemeClr val="lt1"/>
              </a:buClr>
              <a:buSzPts val="1400"/>
              <a:buNone/>
              <a:defRPr>
                <a:solidFill>
                  <a:schemeClr val="lt1"/>
                </a:solidFill>
              </a:defRPr>
            </a:lvl3pPr>
            <a:lvl4pPr lvl="3" algn="ctr">
              <a:lnSpc>
                <a:spcPct val="100000"/>
              </a:lnSpc>
              <a:spcBef>
                <a:spcPts val="0"/>
              </a:spcBef>
              <a:spcAft>
                <a:spcPts val="0"/>
              </a:spcAft>
              <a:buClr>
                <a:schemeClr val="lt1"/>
              </a:buClr>
              <a:buSzPts val="1400"/>
              <a:buNone/>
              <a:defRPr>
                <a:solidFill>
                  <a:schemeClr val="lt1"/>
                </a:solidFill>
              </a:defRPr>
            </a:lvl4pPr>
            <a:lvl5pPr lvl="4" algn="ctr">
              <a:lnSpc>
                <a:spcPct val="100000"/>
              </a:lnSpc>
              <a:spcBef>
                <a:spcPts val="0"/>
              </a:spcBef>
              <a:spcAft>
                <a:spcPts val="0"/>
              </a:spcAft>
              <a:buClr>
                <a:schemeClr val="lt1"/>
              </a:buClr>
              <a:buSzPts val="1400"/>
              <a:buNone/>
              <a:defRPr>
                <a:solidFill>
                  <a:schemeClr val="lt1"/>
                </a:solidFill>
              </a:defRPr>
            </a:lvl5pPr>
            <a:lvl6pPr lvl="5" algn="ctr">
              <a:lnSpc>
                <a:spcPct val="100000"/>
              </a:lnSpc>
              <a:spcBef>
                <a:spcPts val="0"/>
              </a:spcBef>
              <a:spcAft>
                <a:spcPts val="0"/>
              </a:spcAft>
              <a:buClr>
                <a:schemeClr val="lt1"/>
              </a:buClr>
              <a:buSzPts val="1400"/>
              <a:buNone/>
              <a:defRPr>
                <a:solidFill>
                  <a:schemeClr val="lt1"/>
                </a:solidFill>
              </a:defRPr>
            </a:lvl6pPr>
            <a:lvl7pPr lvl="6" algn="ctr">
              <a:lnSpc>
                <a:spcPct val="100000"/>
              </a:lnSpc>
              <a:spcBef>
                <a:spcPts val="0"/>
              </a:spcBef>
              <a:spcAft>
                <a:spcPts val="0"/>
              </a:spcAft>
              <a:buClr>
                <a:schemeClr val="lt1"/>
              </a:buClr>
              <a:buSzPts val="1400"/>
              <a:buNone/>
              <a:defRPr>
                <a:solidFill>
                  <a:schemeClr val="lt1"/>
                </a:solidFill>
              </a:defRPr>
            </a:lvl7pPr>
            <a:lvl8pPr lvl="7" algn="ctr">
              <a:lnSpc>
                <a:spcPct val="100000"/>
              </a:lnSpc>
              <a:spcBef>
                <a:spcPts val="0"/>
              </a:spcBef>
              <a:spcAft>
                <a:spcPts val="0"/>
              </a:spcAft>
              <a:buClr>
                <a:schemeClr val="lt1"/>
              </a:buClr>
              <a:buSzPts val="1400"/>
              <a:buNone/>
              <a:defRPr>
                <a:solidFill>
                  <a:schemeClr val="lt1"/>
                </a:solidFill>
              </a:defRPr>
            </a:lvl8pPr>
            <a:lvl9pPr lvl="8" algn="ctr">
              <a:lnSpc>
                <a:spcPct val="100000"/>
              </a:lnSpc>
              <a:spcBef>
                <a:spcPts val="0"/>
              </a:spcBef>
              <a:spcAft>
                <a:spcPts val="0"/>
              </a:spcAft>
              <a:buClr>
                <a:schemeClr val="lt1"/>
              </a:buClr>
              <a:buSzPts val="1400"/>
              <a:buNone/>
              <a:defRPr>
                <a:solidFill>
                  <a:schemeClr val="lt1"/>
                </a:solidFill>
              </a:defRPr>
            </a:lvl9pPr>
          </a:lstStyle>
          <a:p/>
        </p:txBody>
      </p:sp>
      <p:sp>
        <p:nvSpPr>
          <p:cNvPr id="354" name="Google Shape;354;g2198db1af2c_1_375"/>
          <p:cNvSpPr txBox="1"/>
          <p:nvPr>
            <p:ph idx="4" type="title"/>
          </p:nvPr>
        </p:nvSpPr>
        <p:spPr>
          <a:xfrm>
            <a:off x="6087600" y="2005975"/>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solidFill>
                  <a:schemeClr val="dk1"/>
                </a:solidFill>
              </a:defRPr>
            </a:lvl1pPr>
            <a:lvl2pPr lvl="1" algn="ctr">
              <a:lnSpc>
                <a:spcPct val="100000"/>
              </a:lnSpc>
              <a:spcBef>
                <a:spcPts val="0"/>
              </a:spcBef>
              <a:spcAft>
                <a:spcPts val="0"/>
              </a:spcAft>
              <a:buClr>
                <a:schemeClr val="accent1"/>
              </a:buClr>
              <a:buSzPts val="2500"/>
              <a:buNone/>
              <a:defRPr sz="2500">
                <a:solidFill>
                  <a:schemeClr val="accent1"/>
                </a:solidFill>
              </a:defRPr>
            </a:lvl2pPr>
            <a:lvl3pPr lvl="2" algn="ctr">
              <a:lnSpc>
                <a:spcPct val="100000"/>
              </a:lnSpc>
              <a:spcBef>
                <a:spcPts val="0"/>
              </a:spcBef>
              <a:spcAft>
                <a:spcPts val="0"/>
              </a:spcAft>
              <a:buClr>
                <a:schemeClr val="accent1"/>
              </a:buClr>
              <a:buSzPts val="2500"/>
              <a:buNone/>
              <a:defRPr sz="2500">
                <a:solidFill>
                  <a:schemeClr val="accent1"/>
                </a:solidFill>
              </a:defRPr>
            </a:lvl3pPr>
            <a:lvl4pPr lvl="3" algn="ctr">
              <a:lnSpc>
                <a:spcPct val="100000"/>
              </a:lnSpc>
              <a:spcBef>
                <a:spcPts val="0"/>
              </a:spcBef>
              <a:spcAft>
                <a:spcPts val="0"/>
              </a:spcAft>
              <a:buClr>
                <a:schemeClr val="accent1"/>
              </a:buClr>
              <a:buSzPts val="2500"/>
              <a:buNone/>
              <a:defRPr sz="2500">
                <a:solidFill>
                  <a:schemeClr val="accent1"/>
                </a:solidFill>
              </a:defRPr>
            </a:lvl4pPr>
            <a:lvl5pPr lvl="4" algn="ctr">
              <a:lnSpc>
                <a:spcPct val="100000"/>
              </a:lnSpc>
              <a:spcBef>
                <a:spcPts val="0"/>
              </a:spcBef>
              <a:spcAft>
                <a:spcPts val="0"/>
              </a:spcAft>
              <a:buClr>
                <a:schemeClr val="accent1"/>
              </a:buClr>
              <a:buSzPts val="2500"/>
              <a:buNone/>
              <a:defRPr sz="2500">
                <a:solidFill>
                  <a:schemeClr val="accent1"/>
                </a:solidFill>
              </a:defRPr>
            </a:lvl5pPr>
            <a:lvl6pPr lvl="5" algn="ctr">
              <a:lnSpc>
                <a:spcPct val="100000"/>
              </a:lnSpc>
              <a:spcBef>
                <a:spcPts val="0"/>
              </a:spcBef>
              <a:spcAft>
                <a:spcPts val="0"/>
              </a:spcAft>
              <a:buClr>
                <a:schemeClr val="accent1"/>
              </a:buClr>
              <a:buSzPts val="2500"/>
              <a:buNone/>
              <a:defRPr sz="2500">
                <a:solidFill>
                  <a:schemeClr val="accent1"/>
                </a:solidFill>
              </a:defRPr>
            </a:lvl6pPr>
            <a:lvl7pPr lvl="6" algn="ctr">
              <a:lnSpc>
                <a:spcPct val="100000"/>
              </a:lnSpc>
              <a:spcBef>
                <a:spcPts val="0"/>
              </a:spcBef>
              <a:spcAft>
                <a:spcPts val="0"/>
              </a:spcAft>
              <a:buClr>
                <a:schemeClr val="accent1"/>
              </a:buClr>
              <a:buSzPts val="2500"/>
              <a:buNone/>
              <a:defRPr sz="2500">
                <a:solidFill>
                  <a:schemeClr val="accent1"/>
                </a:solidFill>
              </a:defRPr>
            </a:lvl7pPr>
            <a:lvl8pPr lvl="7" algn="ctr">
              <a:lnSpc>
                <a:spcPct val="100000"/>
              </a:lnSpc>
              <a:spcBef>
                <a:spcPts val="0"/>
              </a:spcBef>
              <a:spcAft>
                <a:spcPts val="0"/>
              </a:spcAft>
              <a:buClr>
                <a:schemeClr val="accent1"/>
              </a:buClr>
              <a:buSzPts val="2500"/>
              <a:buNone/>
              <a:defRPr sz="2500">
                <a:solidFill>
                  <a:schemeClr val="accent1"/>
                </a:solidFill>
              </a:defRPr>
            </a:lvl8pPr>
            <a:lvl9pPr lvl="8" algn="ctr">
              <a:lnSpc>
                <a:spcPct val="100000"/>
              </a:lnSpc>
              <a:spcBef>
                <a:spcPts val="0"/>
              </a:spcBef>
              <a:spcAft>
                <a:spcPts val="0"/>
              </a:spcAft>
              <a:buClr>
                <a:schemeClr val="accent1"/>
              </a:buClr>
              <a:buSzPts val="2500"/>
              <a:buNone/>
              <a:defRPr sz="2500">
                <a:solidFill>
                  <a:schemeClr val="accent1"/>
                </a:solidFill>
              </a:defRPr>
            </a:lvl9pPr>
          </a:lstStyle>
          <a:p/>
        </p:txBody>
      </p:sp>
      <p:sp>
        <p:nvSpPr>
          <p:cNvPr id="355" name="Google Shape;355;g2198db1af2c_1_375"/>
          <p:cNvSpPr txBox="1"/>
          <p:nvPr>
            <p:ph idx="5" type="subTitle"/>
          </p:nvPr>
        </p:nvSpPr>
        <p:spPr>
          <a:xfrm>
            <a:off x="6087600" y="2486625"/>
            <a:ext cx="2336400" cy="620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400"/>
              <a:buNone/>
              <a:defRPr sz="1400">
                <a:solidFill>
                  <a:schemeClr val="dk1"/>
                </a:solidFill>
              </a:defRPr>
            </a:lvl1pPr>
            <a:lvl2pPr lvl="1" algn="ctr">
              <a:lnSpc>
                <a:spcPct val="100000"/>
              </a:lnSpc>
              <a:spcBef>
                <a:spcPts val="0"/>
              </a:spcBef>
              <a:spcAft>
                <a:spcPts val="0"/>
              </a:spcAft>
              <a:buClr>
                <a:schemeClr val="lt1"/>
              </a:buClr>
              <a:buSzPts val="1400"/>
              <a:buNone/>
              <a:defRPr>
                <a:solidFill>
                  <a:schemeClr val="lt1"/>
                </a:solidFill>
              </a:defRPr>
            </a:lvl2pPr>
            <a:lvl3pPr lvl="2" algn="ctr">
              <a:lnSpc>
                <a:spcPct val="100000"/>
              </a:lnSpc>
              <a:spcBef>
                <a:spcPts val="0"/>
              </a:spcBef>
              <a:spcAft>
                <a:spcPts val="0"/>
              </a:spcAft>
              <a:buClr>
                <a:schemeClr val="lt1"/>
              </a:buClr>
              <a:buSzPts val="1400"/>
              <a:buNone/>
              <a:defRPr>
                <a:solidFill>
                  <a:schemeClr val="lt1"/>
                </a:solidFill>
              </a:defRPr>
            </a:lvl3pPr>
            <a:lvl4pPr lvl="3" algn="ctr">
              <a:lnSpc>
                <a:spcPct val="100000"/>
              </a:lnSpc>
              <a:spcBef>
                <a:spcPts val="0"/>
              </a:spcBef>
              <a:spcAft>
                <a:spcPts val="0"/>
              </a:spcAft>
              <a:buClr>
                <a:schemeClr val="lt1"/>
              </a:buClr>
              <a:buSzPts val="1400"/>
              <a:buNone/>
              <a:defRPr>
                <a:solidFill>
                  <a:schemeClr val="lt1"/>
                </a:solidFill>
              </a:defRPr>
            </a:lvl4pPr>
            <a:lvl5pPr lvl="4" algn="ctr">
              <a:lnSpc>
                <a:spcPct val="100000"/>
              </a:lnSpc>
              <a:spcBef>
                <a:spcPts val="0"/>
              </a:spcBef>
              <a:spcAft>
                <a:spcPts val="0"/>
              </a:spcAft>
              <a:buClr>
                <a:schemeClr val="lt1"/>
              </a:buClr>
              <a:buSzPts val="1400"/>
              <a:buNone/>
              <a:defRPr>
                <a:solidFill>
                  <a:schemeClr val="lt1"/>
                </a:solidFill>
              </a:defRPr>
            </a:lvl5pPr>
            <a:lvl6pPr lvl="5" algn="ctr">
              <a:lnSpc>
                <a:spcPct val="100000"/>
              </a:lnSpc>
              <a:spcBef>
                <a:spcPts val="0"/>
              </a:spcBef>
              <a:spcAft>
                <a:spcPts val="0"/>
              </a:spcAft>
              <a:buClr>
                <a:schemeClr val="lt1"/>
              </a:buClr>
              <a:buSzPts val="1400"/>
              <a:buNone/>
              <a:defRPr>
                <a:solidFill>
                  <a:schemeClr val="lt1"/>
                </a:solidFill>
              </a:defRPr>
            </a:lvl6pPr>
            <a:lvl7pPr lvl="6" algn="ctr">
              <a:lnSpc>
                <a:spcPct val="100000"/>
              </a:lnSpc>
              <a:spcBef>
                <a:spcPts val="0"/>
              </a:spcBef>
              <a:spcAft>
                <a:spcPts val="0"/>
              </a:spcAft>
              <a:buClr>
                <a:schemeClr val="lt1"/>
              </a:buClr>
              <a:buSzPts val="1400"/>
              <a:buNone/>
              <a:defRPr>
                <a:solidFill>
                  <a:schemeClr val="lt1"/>
                </a:solidFill>
              </a:defRPr>
            </a:lvl7pPr>
            <a:lvl8pPr lvl="7" algn="ctr">
              <a:lnSpc>
                <a:spcPct val="100000"/>
              </a:lnSpc>
              <a:spcBef>
                <a:spcPts val="0"/>
              </a:spcBef>
              <a:spcAft>
                <a:spcPts val="0"/>
              </a:spcAft>
              <a:buClr>
                <a:schemeClr val="lt1"/>
              </a:buClr>
              <a:buSzPts val="1400"/>
              <a:buNone/>
              <a:defRPr>
                <a:solidFill>
                  <a:schemeClr val="lt1"/>
                </a:solidFill>
              </a:defRPr>
            </a:lvl8pPr>
            <a:lvl9pPr lvl="8" algn="ctr">
              <a:lnSpc>
                <a:spcPct val="100000"/>
              </a:lnSpc>
              <a:spcBef>
                <a:spcPts val="0"/>
              </a:spcBef>
              <a:spcAft>
                <a:spcPts val="0"/>
              </a:spcAft>
              <a:buClr>
                <a:schemeClr val="lt1"/>
              </a:buClr>
              <a:buSzPts val="1400"/>
              <a:buNone/>
              <a:defRPr>
                <a:solidFill>
                  <a:schemeClr val="lt1"/>
                </a:solidFill>
              </a:defRPr>
            </a:lvl9pPr>
          </a:lstStyle>
          <a:p/>
        </p:txBody>
      </p:sp>
      <p:sp>
        <p:nvSpPr>
          <p:cNvPr id="356" name="Google Shape;356;g2198db1af2c_1_375"/>
          <p:cNvSpPr txBox="1"/>
          <p:nvPr>
            <p:ph idx="6"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57" name="Google Shape;357;g2198db1af2c_1_375"/>
          <p:cNvSpPr/>
          <p:nvPr/>
        </p:nvSpPr>
        <p:spPr>
          <a:xfrm rot="10800000">
            <a:off x="6991659" y="-122584"/>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2198db1af2c_1_375"/>
          <p:cNvSpPr/>
          <p:nvPr/>
        </p:nvSpPr>
        <p:spPr>
          <a:xfrm rot="10800000">
            <a:off x="6900558" y="-1252942"/>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g2198db1af2c_1_375"/>
          <p:cNvSpPr/>
          <p:nvPr/>
        </p:nvSpPr>
        <p:spPr>
          <a:xfrm rot="5400000">
            <a:off x="-2588701" y="-655561"/>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g2198db1af2c_1_375"/>
          <p:cNvSpPr/>
          <p:nvPr/>
        </p:nvSpPr>
        <p:spPr>
          <a:xfrm rot="5400000">
            <a:off x="-1464316" y="-665634"/>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g2198db1af2c_1_375"/>
          <p:cNvSpPr/>
          <p:nvPr/>
        </p:nvSpPr>
        <p:spPr>
          <a:xfrm rot="5400000">
            <a:off x="-291171" y="-1550681"/>
            <a:ext cx="2333265" cy="3351228"/>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ittle Only 2">
  <p:cSld name="TITLE_ONLY_1_1">
    <p:spTree>
      <p:nvGrpSpPr>
        <p:cNvPr id="362" name="Shape 362"/>
        <p:cNvGrpSpPr/>
        <p:nvPr/>
      </p:nvGrpSpPr>
      <p:grpSpPr>
        <a:xfrm>
          <a:off x="0" y="0"/>
          <a:ext cx="0" cy="0"/>
          <a:chOff x="0" y="0"/>
          <a:chExt cx="0" cy="0"/>
        </a:xfrm>
      </p:grpSpPr>
      <p:sp>
        <p:nvSpPr>
          <p:cNvPr id="363" name="Google Shape;363;g2198db1af2c_1_388"/>
          <p:cNvSpPr/>
          <p:nvPr/>
        </p:nvSpPr>
        <p:spPr>
          <a:xfrm rot="10800000">
            <a:off x="-1899393" y="401454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g2198db1af2c_1_388"/>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65" name="Google Shape;365;g2198db1af2c_1_388"/>
          <p:cNvSpPr/>
          <p:nvPr/>
        </p:nvSpPr>
        <p:spPr>
          <a:xfrm rot="-5400000">
            <a:off x="7829613" y="173953"/>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ittle Only 1">
  <p:cSld name="TITLE_ONLY_1">
    <p:spTree>
      <p:nvGrpSpPr>
        <p:cNvPr id="366" name="Shape 366"/>
        <p:cNvGrpSpPr/>
        <p:nvPr/>
      </p:nvGrpSpPr>
      <p:grpSpPr>
        <a:xfrm>
          <a:off x="0" y="0"/>
          <a:ext cx="0" cy="0"/>
          <a:chOff x="0" y="0"/>
          <a:chExt cx="0" cy="0"/>
        </a:xfrm>
      </p:grpSpPr>
      <p:sp>
        <p:nvSpPr>
          <p:cNvPr id="367" name="Google Shape;367;g2198db1af2c_1_392"/>
          <p:cNvSpPr/>
          <p:nvPr/>
        </p:nvSpPr>
        <p:spPr>
          <a:xfrm>
            <a:off x="6053282" y="-40261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g2198db1af2c_1_392"/>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69" name="Google Shape;369;g2198db1af2c_1_392"/>
          <p:cNvSpPr/>
          <p:nvPr/>
        </p:nvSpPr>
        <p:spPr>
          <a:xfrm rot="10800000">
            <a:off x="7074850" y="-62625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2"/>
              </a:solidFill>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0" name="Shape 370"/>
        <p:cNvGrpSpPr/>
        <p:nvPr/>
      </p:nvGrpSpPr>
      <p:grpSpPr>
        <a:xfrm>
          <a:off x="0" y="0"/>
          <a:ext cx="0" cy="0"/>
          <a:chOff x="0" y="0"/>
          <a:chExt cx="0" cy="0"/>
        </a:xfrm>
      </p:grpSpPr>
      <p:sp>
        <p:nvSpPr>
          <p:cNvPr id="371" name="Google Shape;371;g2198db1af2c_1_396"/>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72" name="Google Shape;372;g2198db1af2c_1_396"/>
          <p:cNvSpPr/>
          <p:nvPr/>
        </p:nvSpPr>
        <p:spPr>
          <a:xfrm flipH="1">
            <a:off x="6531075" y="3775775"/>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g2198db1af2c_1_396"/>
          <p:cNvSpPr/>
          <p:nvPr/>
        </p:nvSpPr>
        <p:spPr>
          <a:xfrm flipH="1" rot="10800000">
            <a:off x="-126075" y="-872275"/>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g2198db1af2c_1_396"/>
          <p:cNvSpPr/>
          <p:nvPr/>
        </p:nvSpPr>
        <p:spPr>
          <a:xfrm flipH="1" rot="10800000">
            <a:off x="-858150" y="-22562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46A9E7">
            <a:alpha val="7058"/>
          </a:srgbClr>
        </a:solidFill>
      </p:bgPr>
    </p:bg>
    <p:spTree>
      <p:nvGrpSpPr>
        <p:cNvPr id="375" name="Shape 375"/>
        <p:cNvGrpSpPr/>
        <p:nvPr/>
      </p:nvGrpSpPr>
      <p:grpSpPr>
        <a:xfrm>
          <a:off x="0" y="0"/>
          <a:ext cx="0" cy="0"/>
          <a:chOff x="0" y="0"/>
          <a:chExt cx="0" cy="0"/>
        </a:xfrm>
      </p:grpSpPr>
      <p:sp>
        <p:nvSpPr>
          <p:cNvPr id="376" name="Google Shape;376;g2198db1af2c_1_401"/>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77" name="Google Shape;377;g2198db1af2c_1_401"/>
          <p:cNvSpPr txBox="1"/>
          <p:nvPr>
            <p:ph idx="2" type="title"/>
          </p:nvPr>
        </p:nvSpPr>
        <p:spPr>
          <a:xfrm>
            <a:off x="2996550" y="1502600"/>
            <a:ext cx="31509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78" name="Google Shape;378;g2198db1af2c_1_401"/>
          <p:cNvSpPr txBox="1"/>
          <p:nvPr>
            <p:ph idx="1" type="subTitle"/>
          </p:nvPr>
        </p:nvSpPr>
        <p:spPr>
          <a:xfrm>
            <a:off x="2391925" y="3132175"/>
            <a:ext cx="43602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379" name="Google Shape;379;g2198db1af2c_1_401"/>
          <p:cNvSpPr/>
          <p:nvPr/>
        </p:nvSpPr>
        <p:spPr>
          <a:xfrm rot="-5400000">
            <a:off x="5038149" y="-109009"/>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2198db1af2c_1_401"/>
          <p:cNvSpPr/>
          <p:nvPr/>
        </p:nvSpPr>
        <p:spPr>
          <a:xfrm rot="-5400000">
            <a:off x="6050126" y="-494318"/>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g2198db1af2c_1_401"/>
          <p:cNvSpPr/>
          <p:nvPr/>
        </p:nvSpPr>
        <p:spPr>
          <a:xfrm rot="-5400000">
            <a:off x="7829613" y="173953"/>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g2198db1af2c_1_401"/>
          <p:cNvSpPr/>
          <p:nvPr/>
        </p:nvSpPr>
        <p:spPr>
          <a:xfrm rot="5400000">
            <a:off x="263245" y="-1358480"/>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g2198db1af2c_1_401"/>
          <p:cNvSpPr/>
          <p:nvPr/>
        </p:nvSpPr>
        <p:spPr>
          <a:xfrm rot="5400000">
            <a:off x="-2117939" y="1205889"/>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g2198db1af2c_1_401"/>
          <p:cNvSpPr/>
          <p:nvPr/>
        </p:nvSpPr>
        <p:spPr>
          <a:xfrm rot="5400000">
            <a:off x="-562154" y="-349897"/>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6A9E7">
            <a:alpha val="7058"/>
          </a:srgbClr>
        </a:solidFill>
      </p:bgPr>
    </p:bg>
    <p:spTree>
      <p:nvGrpSpPr>
        <p:cNvPr id="385" name="Shape 385"/>
        <p:cNvGrpSpPr/>
        <p:nvPr/>
      </p:nvGrpSpPr>
      <p:grpSpPr>
        <a:xfrm>
          <a:off x="0" y="0"/>
          <a:ext cx="0" cy="0"/>
          <a:chOff x="0" y="0"/>
          <a:chExt cx="0" cy="0"/>
        </a:xfrm>
      </p:grpSpPr>
      <p:sp>
        <p:nvSpPr>
          <p:cNvPr id="386" name="Google Shape;386;g2198db1af2c_1_411"/>
          <p:cNvSpPr txBox="1"/>
          <p:nvPr>
            <p:ph hasCustomPrompt="1" type="title"/>
          </p:nvPr>
        </p:nvSpPr>
        <p:spPr>
          <a:xfrm>
            <a:off x="1284000" y="1558475"/>
            <a:ext cx="6576000" cy="1511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387" name="Google Shape;387;g2198db1af2c_1_411"/>
          <p:cNvSpPr txBox="1"/>
          <p:nvPr>
            <p:ph idx="1" type="subTitle"/>
          </p:nvPr>
        </p:nvSpPr>
        <p:spPr>
          <a:xfrm>
            <a:off x="2324600" y="3069625"/>
            <a:ext cx="4494900" cy="474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7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388" name="Google Shape;388;g2198db1af2c_1_411"/>
          <p:cNvSpPr/>
          <p:nvPr/>
        </p:nvSpPr>
        <p:spPr>
          <a:xfrm rot="10800000">
            <a:off x="970125" y="3758566"/>
            <a:ext cx="5070489" cy="1544172"/>
          </a:xfrm>
          <a:custGeom>
            <a:rect b="b" l="l" r="r" t="t"/>
            <a:pathLst>
              <a:path extrusionOk="0" h="55837" w="183348">
                <a:moveTo>
                  <a:pt x="1" y="31"/>
                </a:moveTo>
                <a:cubicBezTo>
                  <a:pt x="1004" y="1064"/>
                  <a:pt x="2159" y="1976"/>
                  <a:pt x="3375" y="2736"/>
                </a:cubicBezTo>
                <a:cubicBezTo>
                  <a:pt x="11125" y="7630"/>
                  <a:pt x="32402" y="3435"/>
                  <a:pt x="45625" y="15320"/>
                </a:cubicBezTo>
                <a:cubicBezTo>
                  <a:pt x="49606" y="18876"/>
                  <a:pt x="52737" y="23314"/>
                  <a:pt x="55838" y="27660"/>
                </a:cubicBezTo>
                <a:cubicBezTo>
                  <a:pt x="58938" y="32037"/>
                  <a:pt x="62251" y="36353"/>
                  <a:pt x="66567" y="39545"/>
                </a:cubicBezTo>
                <a:cubicBezTo>
                  <a:pt x="82707" y="51399"/>
                  <a:pt x="99182" y="39363"/>
                  <a:pt x="114805" y="33648"/>
                </a:cubicBezTo>
                <a:cubicBezTo>
                  <a:pt x="123742" y="30426"/>
                  <a:pt x="132891" y="30821"/>
                  <a:pt x="141766" y="34773"/>
                </a:cubicBezTo>
                <a:cubicBezTo>
                  <a:pt x="149669" y="38299"/>
                  <a:pt x="163803" y="55837"/>
                  <a:pt x="183013" y="45958"/>
                </a:cubicBezTo>
                <a:lnTo>
                  <a:pt x="183348" y="0"/>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g2198db1af2c_1_411"/>
          <p:cNvSpPr/>
          <p:nvPr/>
        </p:nvSpPr>
        <p:spPr>
          <a:xfrm rot="10800000">
            <a:off x="-114228" y="3457624"/>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g2198db1af2c_1_411"/>
          <p:cNvSpPr/>
          <p:nvPr/>
        </p:nvSpPr>
        <p:spPr>
          <a:xfrm rot="10800000">
            <a:off x="6896111" y="1867888"/>
            <a:ext cx="3046337" cy="3596892"/>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g2198db1af2c_1_411"/>
          <p:cNvSpPr/>
          <p:nvPr/>
        </p:nvSpPr>
        <p:spPr>
          <a:xfrm rot="10800000">
            <a:off x="-323549" y="-586499"/>
            <a:ext cx="3851622" cy="366332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g2198db1af2c_1_411"/>
          <p:cNvSpPr/>
          <p:nvPr/>
        </p:nvSpPr>
        <p:spPr>
          <a:xfrm rot="10800000">
            <a:off x="-249758" y="-481073"/>
            <a:ext cx="5474833" cy="1824096"/>
          </a:xfrm>
          <a:custGeom>
            <a:rect b="b" l="l" r="r" t="t"/>
            <a:pathLst>
              <a:path extrusionOk="0" h="65959" w="197969">
                <a:moveTo>
                  <a:pt x="197968" y="7508"/>
                </a:moveTo>
                <a:cubicBezTo>
                  <a:pt x="197208" y="7083"/>
                  <a:pt x="196388" y="6657"/>
                  <a:pt x="195597" y="6292"/>
                </a:cubicBezTo>
                <a:cubicBezTo>
                  <a:pt x="182466" y="61"/>
                  <a:pt x="166539" y="0"/>
                  <a:pt x="153378" y="6231"/>
                </a:cubicBezTo>
                <a:cubicBezTo>
                  <a:pt x="137268" y="13891"/>
                  <a:pt x="124897" y="25381"/>
                  <a:pt x="105504" y="27843"/>
                </a:cubicBezTo>
                <a:cubicBezTo>
                  <a:pt x="85139" y="30426"/>
                  <a:pt x="65686" y="20517"/>
                  <a:pt x="46385" y="27600"/>
                </a:cubicBezTo>
                <a:cubicBezTo>
                  <a:pt x="34652" y="31885"/>
                  <a:pt x="27722" y="43709"/>
                  <a:pt x="19029" y="52676"/>
                </a:cubicBezTo>
                <a:cubicBezTo>
                  <a:pt x="13527" y="58360"/>
                  <a:pt x="7022" y="62767"/>
                  <a:pt x="1" y="65959"/>
                </a:cubicBezTo>
                <a:lnTo>
                  <a:pt x="197968" y="65959"/>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g2198db1af2c_1_411"/>
          <p:cNvSpPr/>
          <p:nvPr/>
        </p:nvSpPr>
        <p:spPr>
          <a:xfrm rot="10800000">
            <a:off x="-323549" y="-459789"/>
            <a:ext cx="2600842" cy="3042133"/>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g2198db1af2c_1_411"/>
          <p:cNvSpPr/>
          <p:nvPr/>
        </p:nvSpPr>
        <p:spPr>
          <a:xfrm rot="10800000">
            <a:off x="7662081" y="-577738"/>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g2198db1af2c_1_411"/>
          <p:cNvSpPr/>
          <p:nvPr/>
        </p:nvSpPr>
        <p:spPr>
          <a:xfrm rot="10800000">
            <a:off x="5753914" y="-550000"/>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g2198db1af2c_1_411"/>
          <p:cNvSpPr/>
          <p:nvPr/>
        </p:nvSpPr>
        <p:spPr>
          <a:xfrm rot="10800000">
            <a:off x="7477982" y="-550000"/>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g2198db1af2c_1_411"/>
          <p:cNvSpPr/>
          <p:nvPr/>
        </p:nvSpPr>
        <p:spPr>
          <a:xfrm rot="10800000">
            <a:off x="6914751" y="3428910"/>
            <a:ext cx="3221171" cy="1963643"/>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8" name="Shape 398"/>
        <p:cNvGrpSpPr/>
        <p:nvPr/>
      </p:nvGrpSpPr>
      <p:grpSpPr>
        <a:xfrm>
          <a:off x="0" y="0"/>
          <a:ext cx="0" cy="0"/>
          <a:chOff x="0" y="0"/>
          <a:chExt cx="0" cy="0"/>
        </a:xfrm>
      </p:grpSpPr>
      <p:sp>
        <p:nvSpPr>
          <p:cNvPr id="399" name="Google Shape;399;g2198db1af2c_1_424"/>
          <p:cNvSpPr txBox="1"/>
          <p:nvPr>
            <p:ph type="title"/>
          </p:nvPr>
        </p:nvSpPr>
        <p:spPr>
          <a:xfrm>
            <a:off x="715100" y="535000"/>
            <a:ext cx="4360500" cy="897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solidFill>
                  <a:schemeClr val="dk1"/>
                </a:solidFill>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bg>
      <p:bgPr>
        <a:solidFill>
          <a:srgbClr val="46A9E7">
            <a:alpha val="7058"/>
          </a:srgbClr>
        </a:solidFill>
      </p:bgPr>
    </p:bg>
    <p:spTree>
      <p:nvGrpSpPr>
        <p:cNvPr id="400" name="Shape 400"/>
        <p:cNvGrpSpPr/>
        <p:nvPr/>
      </p:nvGrpSpPr>
      <p:grpSpPr>
        <a:xfrm>
          <a:off x="0" y="0"/>
          <a:ext cx="0" cy="0"/>
          <a:chOff x="0" y="0"/>
          <a:chExt cx="0" cy="0"/>
        </a:xfrm>
      </p:grpSpPr>
      <p:sp>
        <p:nvSpPr>
          <p:cNvPr id="401" name="Google Shape;401;g2198db1af2c_1_426"/>
          <p:cNvSpPr txBox="1"/>
          <p:nvPr>
            <p:ph type="title"/>
          </p:nvPr>
        </p:nvSpPr>
        <p:spPr>
          <a:xfrm>
            <a:off x="1284000" y="422700"/>
            <a:ext cx="6576000" cy="8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4500">
                <a:solidFill>
                  <a:srgbClr val="46A9E7"/>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402" name="Google Shape;402;g2198db1af2c_1_426"/>
          <p:cNvSpPr txBox="1"/>
          <p:nvPr>
            <p:ph idx="1" type="subTitle"/>
          </p:nvPr>
        </p:nvSpPr>
        <p:spPr>
          <a:xfrm>
            <a:off x="1284000" y="1251000"/>
            <a:ext cx="6576000" cy="44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403" name="Google Shape;403;g2198db1af2c_1_426"/>
          <p:cNvSpPr txBox="1"/>
          <p:nvPr>
            <p:ph idx="2" type="title"/>
          </p:nvPr>
        </p:nvSpPr>
        <p:spPr>
          <a:xfrm>
            <a:off x="1284000" y="1878838"/>
            <a:ext cx="6576000" cy="8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4500">
                <a:solidFill>
                  <a:srgbClr val="46A9E7"/>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404" name="Google Shape;404;g2198db1af2c_1_426"/>
          <p:cNvSpPr txBox="1"/>
          <p:nvPr>
            <p:ph idx="3" type="subTitle"/>
          </p:nvPr>
        </p:nvSpPr>
        <p:spPr>
          <a:xfrm>
            <a:off x="1284000" y="2707138"/>
            <a:ext cx="6576000" cy="44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405" name="Google Shape;405;g2198db1af2c_1_426"/>
          <p:cNvSpPr txBox="1"/>
          <p:nvPr>
            <p:ph idx="4" type="title"/>
          </p:nvPr>
        </p:nvSpPr>
        <p:spPr>
          <a:xfrm>
            <a:off x="1284000" y="3334988"/>
            <a:ext cx="6576000" cy="8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4500">
                <a:solidFill>
                  <a:srgbClr val="46A9E7"/>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406" name="Google Shape;406;g2198db1af2c_1_426"/>
          <p:cNvSpPr txBox="1"/>
          <p:nvPr>
            <p:ph idx="5" type="subTitle"/>
          </p:nvPr>
        </p:nvSpPr>
        <p:spPr>
          <a:xfrm>
            <a:off x="1284000" y="4163288"/>
            <a:ext cx="6576000" cy="44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407" name="Google Shape;407;g2198db1af2c_1_426"/>
          <p:cNvSpPr/>
          <p:nvPr/>
        </p:nvSpPr>
        <p:spPr>
          <a:xfrm rot="5400000">
            <a:off x="-524808" y="1494138"/>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g2198db1af2c_1_426"/>
          <p:cNvSpPr/>
          <p:nvPr/>
        </p:nvSpPr>
        <p:spPr>
          <a:xfrm rot="5400000">
            <a:off x="-5817" y="2639785"/>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2198db1af2c_1_426"/>
          <p:cNvSpPr/>
          <p:nvPr/>
        </p:nvSpPr>
        <p:spPr>
          <a:xfrm rot="5400000">
            <a:off x="-674076" y="4419276"/>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g2198db1af2c_1_426"/>
          <p:cNvSpPr/>
          <p:nvPr/>
        </p:nvSpPr>
        <p:spPr>
          <a:xfrm rot="-5400000">
            <a:off x="5073598" y="3095424"/>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g2198db1af2c_1_426"/>
          <p:cNvSpPr/>
          <p:nvPr/>
        </p:nvSpPr>
        <p:spPr>
          <a:xfrm rot="-5400000">
            <a:off x="4698222" y="1827745"/>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g2198db1af2c_1_426"/>
          <p:cNvSpPr/>
          <p:nvPr/>
        </p:nvSpPr>
        <p:spPr>
          <a:xfrm rot="-5400000">
            <a:off x="5697212" y="2826735"/>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ittle Only 3">
  <p:cSld name="TITLE_ONLY_1_1_1">
    <p:bg>
      <p:bgPr>
        <a:solidFill>
          <a:srgbClr val="46A9E7">
            <a:alpha val="7058"/>
          </a:srgbClr>
        </a:solidFill>
      </p:bgPr>
    </p:bg>
    <p:spTree>
      <p:nvGrpSpPr>
        <p:cNvPr id="413" name="Shape 413"/>
        <p:cNvGrpSpPr/>
        <p:nvPr/>
      </p:nvGrpSpPr>
      <p:grpSpPr>
        <a:xfrm>
          <a:off x="0" y="0"/>
          <a:ext cx="0" cy="0"/>
          <a:chOff x="0" y="0"/>
          <a:chExt cx="0" cy="0"/>
        </a:xfrm>
      </p:grpSpPr>
      <p:sp>
        <p:nvSpPr>
          <p:cNvPr id="414" name="Google Shape;414;g2198db1af2c_1_439"/>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15" name="Google Shape;415;g2198db1af2c_1_439"/>
          <p:cNvSpPr/>
          <p:nvPr/>
        </p:nvSpPr>
        <p:spPr>
          <a:xfrm>
            <a:off x="6284300" y="1801460"/>
            <a:ext cx="3851622" cy="366332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g2198db1af2c_1_439"/>
          <p:cNvSpPr/>
          <p:nvPr/>
        </p:nvSpPr>
        <p:spPr>
          <a:xfrm>
            <a:off x="7535080" y="2295937"/>
            <a:ext cx="2600842" cy="3042133"/>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g2198db1af2c_1_439"/>
          <p:cNvSpPr/>
          <p:nvPr/>
        </p:nvSpPr>
        <p:spPr>
          <a:xfrm>
            <a:off x="-257186" y="2619003"/>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g2198db1af2c_1_439"/>
          <p:cNvSpPr/>
          <p:nvPr/>
        </p:nvSpPr>
        <p:spPr>
          <a:xfrm>
            <a:off x="-209260" y="3090576"/>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19" name="Shape 419"/>
        <p:cNvGrpSpPr/>
        <p:nvPr/>
      </p:nvGrpSpPr>
      <p:grpSpPr>
        <a:xfrm>
          <a:off x="0" y="0"/>
          <a:ext cx="0" cy="0"/>
          <a:chOff x="0" y="0"/>
          <a:chExt cx="0" cy="0"/>
        </a:xfrm>
      </p:grpSpPr>
      <p:sp>
        <p:nvSpPr>
          <p:cNvPr id="420" name="Google Shape;420;g2198db1af2c_1_445"/>
          <p:cNvSpPr/>
          <p:nvPr/>
        </p:nvSpPr>
        <p:spPr>
          <a:xfrm>
            <a:off x="5374782" y="-402610"/>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g2198db1af2c_1_445"/>
          <p:cNvSpPr txBox="1"/>
          <p:nvPr>
            <p:ph idx="1" type="subTitle"/>
          </p:nvPr>
        </p:nvSpPr>
        <p:spPr>
          <a:xfrm>
            <a:off x="1290763" y="2574925"/>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2500">
                <a:solidFill>
                  <a:schemeClr val="dk1"/>
                </a:solidFill>
                <a:latin typeface="Comfortaa"/>
                <a:ea typeface="Comfortaa"/>
                <a:cs typeface="Comfortaa"/>
                <a:sym typeface="Comfortaa"/>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422" name="Google Shape;422;g2198db1af2c_1_445"/>
          <p:cNvSpPr txBox="1"/>
          <p:nvPr>
            <p:ph idx="2" type="subTitle"/>
          </p:nvPr>
        </p:nvSpPr>
        <p:spPr>
          <a:xfrm>
            <a:off x="4945638" y="2574925"/>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2500">
                <a:solidFill>
                  <a:schemeClr val="dk1"/>
                </a:solidFill>
                <a:latin typeface="Comfortaa"/>
                <a:ea typeface="Comfortaa"/>
                <a:cs typeface="Comfortaa"/>
                <a:sym typeface="Comfortaa"/>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423" name="Google Shape;423;g2198db1af2c_1_445"/>
          <p:cNvSpPr txBox="1"/>
          <p:nvPr>
            <p:ph idx="3" type="subTitle"/>
          </p:nvPr>
        </p:nvSpPr>
        <p:spPr>
          <a:xfrm>
            <a:off x="1290763" y="3188950"/>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4" name="Google Shape;424;g2198db1af2c_1_445"/>
          <p:cNvSpPr txBox="1"/>
          <p:nvPr>
            <p:ph idx="4" type="subTitle"/>
          </p:nvPr>
        </p:nvSpPr>
        <p:spPr>
          <a:xfrm>
            <a:off x="4945638" y="3188950"/>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5" name="Google Shape;425;g2198db1af2c_1_445"/>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26" name="Google Shape;426;g2198db1af2c_1_445"/>
          <p:cNvSpPr/>
          <p:nvPr/>
        </p:nvSpPr>
        <p:spPr>
          <a:xfrm>
            <a:off x="5156207" y="-733135"/>
            <a:ext cx="4551819" cy="1823266"/>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g2198db1af2c_1_445"/>
          <p:cNvSpPr/>
          <p:nvPr/>
        </p:nvSpPr>
        <p:spPr>
          <a:xfrm>
            <a:off x="-242112" y="320695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2"/>
              </a:solidFill>
              <a:latin typeface="Arial"/>
              <a:ea typeface="Arial"/>
              <a:cs typeface="Arial"/>
              <a:sym typeface="Arial"/>
            </a:endParaRPr>
          </a:p>
        </p:txBody>
      </p:sp>
      <p:sp>
        <p:nvSpPr>
          <p:cNvPr id="428" name="Google Shape;428;g2198db1af2c_1_445"/>
          <p:cNvSpPr/>
          <p:nvPr/>
        </p:nvSpPr>
        <p:spPr>
          <a:xfrm>
            <a:off x="-209260" y="3466325"/>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9" name="Shape 429"/>
        <p:cNvGrpSpPr/>
        <p:nvPr/>
      </p:nvGrpSpPr>
      <p:grpSpPr>
        <a:xfrm>
          <a:off x="0" y="0"/>
          <a:ext cx="0" cy="0"/>
          <a:chOff x="0" y="0"/>
          <a:chExt cx="0" cy="0"/>
        </a:xfrm>
      </p:grpSpPr>
      <p:sp>
        <p:nvSpPr>
          <p:cNvPr id="430" name="Google Shape;430;g2198db1af2c_1_470"/>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31" name="Google Shape;431;g2198db1af2c_1_470"/>
          <p:cNvSpPr txBox="1"/>
          <p:nvPr>
            <p:ph idx="1" type="body"/>
          </p:nvPr>
        </p:nvSpPr>
        <p:spPr>
          <a:xfrm>
            <a:off x="720000" y="1152475"/>
            <a:ext cx="33222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rgbClr val="434343"/>
              </a:buClr>
              <a:buSzPts val="1400"/>
              <a:buChar char="●"/>
              <a:defRPr sz="1400">
                <a:solidFill>
                  <a:srgbClr val="434343"/>
                </a:solidFill>
              </a:defRPr>
            </a:lvl1pPr>
            <a:lvl2pPr indent="-317500" lvl="1" marL="914400" algn="l">
              <a:lnSpc>
                <a:spcPct val="115000"/>
              </a:lnSpc>
              <a:spcBef>
                <a:spcPts val="0"/>
              </a:spcBef>
              <a:spcAft>
                <a:spcPts val="0"/>
              </a:spcAft>
              <a:buClr>
                <a:srgbClr val="434343"/>
              </a:buClr>
              <a:buSzPts val="1400"/>
              <a:buChar char="○"/>
              <a:defRPr>
                <a:solidFill>
                  <a:srgbClr val="434343"/>
                </a:solidFill>
              </a:defRPr>
            </a:lvl2pPr>
            <a:lvl3pPr indent="-317500" lvl="2" marL="1371600" algn="l">
              <a:lnSpc>
                <a:spcPct val="115000"/>
              </a:lnSpc>
              <a:spcBef>
                <a:spcPts val="0"/>
              </a:spcBef>
              <a:spcAft>
                <a:spcPts val="0"/>
              </a:spcAft>
              <a:buClr>
                <a:srgbClr val="434343"/>
              </a:buClr>
              <a:buSzPts val="1400"/>
              <a:buChar char="■"/>
              <a:defRPr>
                <a:solidFill>
                  <a:srgbClr val="434343"/>
                </a:solidFill>
              </a:defRPr>
            </a:lvl3pPr>
            <a:lvl4pPr indent="-317500" lvl="3" marL="1828800" algn="l">
              <a:lnSpc>
                <a:spcPct val="115000"/>
              </a:lnSpc>
              <a:spcBef>
                <a:spcPts val="0"/>
              </a:spcBef>
              <a:spcAft>
                <a:spcPts val="0"/>
              </a:spcAft>
              <a:buClr>
                <a:srgbClr val="434343"/>
              </a:buClr>
              <a:buSzPts val="1400"/>
              <a:buChar char="●"/>
              <a:defRPr>
                <a:solidFill>
                  <a:srgbClr val="434343"/>
                </a:solidFill>
              </a:defRPr>
            </a:lvl4pPr>
            <a:lvl5pPr indent="-317500" lvl="4" marL="2286000" algn="l">
              <a:lnSpc>
                <a:spcPct val="115000"/>
              </a:lnSpc>
              <a:spcBef>
                <a:spcPts val="0"/>
              </a:spcBef>
              <a:spcAft>
                <a:spcPts val="0"/>
              </a:spcAft>
              <a:buClr>
                <a:srgbClr val="434343"/>
              </a:buClr>
              <a:buSzPts val="1400"/>
              <a:buChar char="○"/>
              <a:defRPr>
                <a:solidFill>
                  <a:srgbClr val="434343"/>
                </a:solidFill>
              </a:defRPr>
            </a:lvl5pPr>
            <a:lvl6pPr indent="-317500" lvl="5" marL="2743200" algn="l">
              <a:lnSpc>
                <a:spcPct val="115000"/>
              </a:lnSpc>
              <a:spcBef>
                <a:spcPts val="0"/>
              </a:spcBef>
              <a:spcAft>
                <a:spcPts val="0"/>
              </a:spcAft>
              <a:buClr>
                <a:srgbClr val="434343"/>
              </a:buClr>
              <a:buSzPts val="1400"/>
              <a:buChar char="■"/>
              <a:defRPr>
                <a:solidFill>
                  <a:srgbClr val="434343"/>
                </a:solidFill>
              </a:defRPr>
            </a:lvl6pPr>
            <a:lvl7pPr indent="-317500" lvl="6" marL="3200400" algn="l">
              <a:lnSpc>
                <a:spcPct val="115000"/>
              </a:lnSpc>
              <a:spcBef>
                <a:spcPts val="0"/>
              </a:spcBef>
              <a:spcAft>
                <a:spcPts val="0"/>
              </a:spcAft>
              <a:buClr>
                <a:srgbClr val="434343"/>
              </a:buClr>
              <a:buSzPts val="1400"/>
              <a:buChar char="●"/>
              <a:defRPr>
                <a:solidFill>
                  <a:srgbClr val="434343"/>
                </a:solidFill>
              </a:defRPr>
            </a:lvl7pPr>
            <a:lvl8pPr indent="-317500" lvl="7" marL="3657600" algn="l">
              <a:lnSpc>
                <a:spcPct val="115000"/>
              </a:lnSpc>
              <a:spcBef>
                <a:spcPts val="0"/>
              </a:spcBef>
              <a:spcAft>
                <a:spcPts val="0"/>
              </a:spcAft>
              <a:buClr>
                <a:srgbClr val="434343"/>
              </a:buClr>
              <a:buSzPts val="1400"/>
              <a:buChar char="○"/>
              <a:defRPr>
                <a:solidFill>
                  <a:srgbClr val="434343"/>
                </a:solidFill>
              </a:defRPr>
            </a:lvl8pPr>
            <a:lvl9pPr indent="-317500" lvl="8" marL="4114800" algn="l">
              <a:lnSpc>
                <a:spcPct val="115000"/>
              </a:lnSpc>
              <a:spcBef>
                <a:spcPts val="0"/>
              </a:spcBef>
              <a:spcAft>
                <a:spcPts val="0"/>
              </a:spcAft>
              <a:buClr>
                <a:srgbClr val="434343"/>
              </a:buClr>
              <a:buSzPts val="1400"/>
              <a:buChar char="■"/>
              <a:defRPr>
                <a:solidFill>
                  <a:srgbClr val="434343"/>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2" name="Shape 432"/>
        <p:cNvGrpSpPr/>
        <p:nvPr/>
      </p:nvGrpSpPr>
      <p:grpSpPr>
        <a:xfrm>
          <a:off x="0" y="0"/>
          <a:ext cx="0" cy="0"/>
          <a:chOff x="0" y="0"/>
          <a:chExt cx="0" cy="0"/>
        </a:xfrm>
      </p:grpSpPr>
      <p:sp>
        <p:nvSpPr>
          <p:cNvPr id="433" name="Google Shape;433;g2198db1af2c_1_473"/>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4" name="Shape 434"/>
        <p:cNvGrpSpPr/>
        <p:nvPr/>
      </p:nvGrpSpPr>
      <p:grpSpPr>
        <a:xfrm>
          <a:off x="0" y="0"/>
          <a:ext cx="0" cy="0"/>
          <a:chOff x="0" y="0"/>
          <a:chExt cx="0" cy="0"/>
        </a:xfrm>
      </p:grpSpPr>
      <p:sp>
        <p:nvSpPr>
          <p:cNvPr id="435" name="Google Shape;435;g2198db1af2c_1_475"/>
          <p:cNvSpPr txBox="1"/>
          <p:nvPr>
            <p:ph type="title"/>
          </p:nvPr>
        </p:nvSpPr>
        <p:spPr>
          <a:xfrm>
            <a:off x="720000" y="367423"/>
            <a:ext cx="77040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36" name="Google Shape;436;g2198db1af2c_1_475"/>
          <p:cNvSpPr txBox="1"/>
          <p:nvPr>
            <p:ph idx="1" type="subTitle"/>
          </p:nvPr>
        </p:nvSpPr>
        <p:spPr>
          <a:xfrm>
            <a:off x="2241550" y="1348750"/>
            <a:ext cx="4661100" cy="168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437" name="Shape 437"/>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438" name="Shape 438"/>
        <p:cNvGrpSpPr/>
        <p:nvPr/>
      </p:nvGrpSpPr>
      <p:grpSpPr>
        <a:xfrm>
          <a:off x="0" y="0"/>
          <a:ext cx="0" cy="0"/>
          <a:chOff x="0" y="0"/>
          <a:chExt cx="0" cy="0"/>
        </a:xfrm>
      </p:grpSpPr>
      <p:sp>
        <p:nvSpPr>
          <p:cNvPr id="439" name="Google Shape;439;g2198db1af2c_1_479"/>
          <p:cNvSpPr txBox="1"/>
          <p:nvPr>
            <p:ph idx="1" type="subTitle"/>
          </p:nvPr>
        </p:nvSpPr>
        <p:spPr>
          <a:xfrm>
            <a:off x="1181425" y="2303125"/>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2500">
                <a:latin typeface="Bebas Neue"/>
                <a:ea typeface="Bebas Neue"/>
                <a:cs typeface="Bebas Neue"/>
                <a:sym typeface="Bebas Neue"/>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440" name="Google Shape;440;g2198db1af2c_1_479"/>
          <p:cNvSpPr txBox="1"/>
          <p:nvPr>
            <p:ph idx="2" type="subTitle"/>
          </p:nvPr>
        </p:nvSpPr>
        <p:spPr>
          <a:xfrm>
            <a:off x="4836300" y="2303125"/>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2500">
                <a:latin typeface="Bebas Neue"/>
                <a:ea typeface="Bebas Neue"/>
                <a:cs typeface="Bebas Neue"/>
                <a:sym typeface="Bebas Neue"/>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441" name="Google Shape;441;g2198db1af2c_1_479"/>
          <p:cNvSpPr txBox="1"/>
          <p:nvPr>
            <p:ph idx="3" type="subTitle"/>
          </p:nvPr>
        </p:nvSpPr>
        <p:spPr>
          <a:xfrm>
            <a:off x="1181425" y="2917150"/>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2" name="Google Shape;442;g2198db1af2c_1_479"/>
          <p:cNvSpPr txBox="1"/>
          <p:nvPr>
            <p:ph idx="4" type="subTitle"/>
          </p:nvPr>
        </p:nvSpPr>
        <p:spPr>
          <a:xfrm>
            <a:off x="4836300" y="2917150"/>
            <a:ext cx="2907600" cy="71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3" name="Google Shape;443;g2198db1af2c_1_479"/>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444" name="Shape 444"/>
        <p:cNvGrpSpPr/>
        <p:nvPr/>
      </p:nvGrpSpPr>
      <p:grpSpPr>
        <a:xfrm>
          <a:off x="0" y="0"/>
          <a:ext cx="0" cy="0"/>
          <a:chOff x="0" y="0"/>
          <a:chExt cx="0" cy="0"/>
        </a:xfrm>
      </p:grpSpPr>
      <p:sp>
        <p:nvSpPr>
          <p:cNvPr id="445" name="Google Shape;445;g2198db1af2c_1_485"/>
          <p:cNvSpPr txBox="1"/>
          <p:nvPr>
            <p:ph type="title"/>
          </p:nvPr>
        </p:nvSpPr>
        <p:spPr>
          <a:xfrm>
            <a:off x="1195863" y="16828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46" name="Google Shape;446;g2198db1af2c_1_485"/>
          <p:cNvSpPr txBox="1"/>
          <p:nvPr>
            <p:ph idx="1" type="subTitle"/>
          </p:nvPr>
        </p:nvSpPr>
        <p:spPr>
          <a:xfrm>
            <a:off x="1195863" y="22693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7" name="Google Shape;447;g2198db1af2c_1_485"/>
          <p:cNvSpPr txBox="1"/>
          <p:nvPr>
            <p:ph idx="2" type="title"/>
          </p:nvPr>
        </p:nvSpPr>
        <p:spPr>
          <a:xfrm>
            <a:off x="5081043" y="16828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48" name="Google Shape;448;g2198db1af2c_1_485"/>
          <p:cNvSpPr txBox="1"/>
          <p:nvPr>
            <p:ph idx="3" type="subTitle"/>
          </p:nvPr>
        </p:nvSpPr>
        <p:spPr>
          <a:xfrm>
            <a:off x="5081043" y="22693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9" name="Google Shape;449;g2198db1af2c_1_485"/>
          <p:cNvSpPr txBox="1"/>
          <p:nvPr>
            <p:ph idx="4" type="title"/>
          </p:nvPr>
        </p:nvSpPr>
        <p:spPr>
          <a:xfrm>
            <a:off x="1195863" y="31162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50" name="Google Shape;450;g2198db1af2c_1_485"/>
          <p:cNvSpPr txBox="1"/>
          <p:nvPr>
            <p:ph idx="5" type="subTitle"/>
          </p:nvPr>
        </p:nvSpPr>
        <p:spPr>
          <a:xfrm>
            <a:off x="1195863" y="37027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1" name="Google Shape;451;g2198db1af2c_1_485"/>
          <p:cNvSpPr txBox="1"/>
          <p:nvPr>
            <p:ph idx="6" type="title"/>
          </p:nvPr>
        </p:nvSpPr>
        <p:spPr>
          <a:xfrm>
            <a:off x="5081043" y="3116250"/>
            <a:ext cx="2867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52" name="Google Shape;452;g2198db1af2c_1_485"/>
          <p:cNvSpPr txBox="1"/>
          <p:nvPr>
            <p:ph idx="7" type="subTitle"/>
          </p:nvPr>
        </p:nvSpPr>
        <p:spPr>
          <a:xfrm>
            <a:off x="5081043" y="3702775"/>
            <a:ext cx="28671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3" name="Google Shape;453;g2198db1af2c_1_485"/>
          <p:cNvSpPr txBox="1"/>
          <p:nvPr>
            <p:ph idx="8"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454" name="Shape 454"/>
        <p:cNvGrpSpPr/>
        <p:nvPr/>
      </p:nvGrpSpPr>
      <p:grpSpPr>
        <a:xfrm>
          <a:off x="0" y="0"/>
          <a:ext cx="0" cy="0"/>
          <a:chOff x="0" y="0"/>
          <a:chExt cx="0" cy="0"/>
        </a:xfrm>
      </p:grpSpPr>
      <p:sp>
        <p:nvSpPr>
          <p:cNvPr id="455" name="Google Shape;455;g2198db1af2c_1_495"/>
          <p:cNvSpPr txBox="1"/>
          <p:nvPr>
            <p:ph type="title"/>
          </p:nvPr>
        </p:nvSpPr>
        <p:spPr>
          <a:xfrm>
            <a:off x="720000"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56" name="Google Shape;456;g2198db1af2c_1_495"/>
          <p:cNvSpPr txBox="1"/>
          <p:nvPr>
            <p:ph idx="1" type="subTitle"/>
          </p:nvPr>
        </p:nvSpPr>
        <p:spPr>
          <a:xfrm>
            <a:off x="720000"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7" name="Google Shape;457;g2198db1af2c_1_495"/>
          <p:cNvSpPr txBox="1"/>
          <p:nvPr>
            <p:ph idx="2" type="title"/>
          </p:nvPr>
        </p:nvSpPr>
        <p:spPr>
          <a:xfrm>
            <a:off x="3419269"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58" name="Google Shape;458;g2198db1af2c_1_495"/>
          <p:cNvSpPr txBox="1"/>
          <p:nvPr>
            <p:ph idx="3" type="subTitle"/>
          </p:nvPr>
        </p:nvSpPr>
        <p:spPr>
          <a:xfrm>
            <a:off x="3419269"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9" name="Google Shape;459;g2198db1af2c_1_495"/>
          <p:cNvSpPr txBox="1"/>
          <p:nvPr>
            <p:ph idx="4" type="title"/>
          </p:nvPr>
        </p:nvSpPr>
        <p:spPr>
          <a:xfrm>
            <a:off x="720000"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60" name="Google Shape;460;g2198db1af2c_1_495"/>
          <p:cNvSpPr txBox="1"/>
          <p:nvPr>
            <p:ph idx="5" type="subTitle"/>
          </p:nvPr>
        </p:nvSpPr>
        <p:spPr>
          <a:xfrm>
            <a:off x="720000"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1" name="Google Shape;461;g2198db1af2c_1_495"/>
          <p:cNvSpPr txBox="1"/>
          <p:nvPr>
            <p:ph idx="6" type="title"/>
          </p:nvPr>
        </p:nvSpPr>
        <p:spPr>
          <a:xfrm>
            <a:off x="3419269"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62" name="Google Shape;462;g2198db1af2c_1_495"/>
          <p:cNvSpPr txBox="1"/>
          <p:nvPr>
            <p:ph idx="7" type="subTitle"/>
          </p:nvPr>
        </p:nvSpPr>
        <p:spPr>
          <a:xfrm>
            <a:off x="3419269"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3" name="Google Shape;463;g2198db1af2c_1_495"/>
          <p:cNvSpPr txBox="1"/>
          <p:nvPr>
            <p:ph idx="8" type="title"/>
          </p:nvPr>
        </p:nvSpPr>
        <p:spPr>
          <a:xfrm>
            <a:off x="6118545" y="16828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64" name="Google Shape;464;g2198db1af2c_1_495"/>
          <p:cNvSpPr txBox="1"/>
          <p:nvPr>
            <p:ph idx="9" type="subTitle"/>
          </p:nvPr>
        </p:nvSpPr>
        <p:spPr>
          <a:xfrm>
            <a:off x="6118545" y="22693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5" name="Google Shape;465;g2198db1af2c_1_495"/>
          <p:cNvSpPr txBox="1"/>
          <p:nvPr>
            <p:ph idx="13" type="title"/>
          </p:nvPr>
        </p:nvSpPr>
        <p:spPr>
          <a:xfrm>
            <a:off x="6118545" y="311625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66" name="Google Shape;466;g2198db1af2c_1_495"/>
          <p:cNvSpPr txBox="1"/>
          <p:nvPr>
            <p:ph idx="14" type="subTitle"/>
          </p:nvPr>
        </p:nvSpPr>
        <p:spPr>
          <a:xfrm>
            <a:off x="6118545" y="3702775"/>
            <a:ext cx="23055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7" name="Google Shape;467;g2198db1af2c_1_495"/>
          <p:cNvSpPr txBox="1"/>
          <p:nvPr>
            <p:ph idx="15"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468" name="Shape 468"/>
        <p:cNvGrpSpPr/>
        <p:nvPr/>
      </p:nvGrpSpPr>
      <p:grpSpPr>
        <a:xfrm>
          <a:off x="0" y="0"/>
          <a:ext cx="0" cy="0"/>
          <a:chOff x="0" y="0"/>
          <a:chExt cx="0" cy="0"/>
        </a:xfrm>
      </p:grpSpPr>
      <p:sp>
        <p:nvSpPr>
          <p:cNvPr id="469" name="Google Shape;469;g2198db1af2c_1_509"/>
          <p:cNvSpPr/>
          <p:nvPr/>
        </p:nvSpPr>
        <p:spPr>
          <a:xfrm rot="5400000">
            <a:off x="-524808" y="1494138"/>
            <a:ext cx="4714425" cy="4483940"/>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g2198db1af2c_1_509"/>
          <p:cNvSpPr/>
          <p:nvPr/>
        </p:nvSpPr>
        <p:spPr>
          <a:xfrm rot="5400000">
            <a:off x="-5817" y="2639785"/>
            <a:ext cx="3183457" cy="3723602"/>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g2198db1af2c_1_509"/>
          <p:cNvSpPr/>
          <p:nvPr/>
        </p:nvSpPr>
        <p:spPr>
          <a:xfrm rot="5400000">
            <a:off x="-674076" y="4419276"/>
            <a:ext cx="2072229" cy="1275840"/>
          </a:xfrm>
          <a:custGeom>
            <a:rect b="b" l="l" r="r" t="t"/>
            <a:pathLst>
              <a:path extrusionOk="0" h="37691" w="61218">
                <a:moveTo>
                  <a:pt x="61217" y="0"/>
                </a:moveTo>
                <a:cubicBezTo>
                  <a:pt x="58208" y="4499"/>
                  <a:pt x="54196" y="8146"/>
                  <a:pt x="49180" y="10031"/>
                </a:cubicBezTo>
                <a:cubicBezTo>
                  <a:pt x="42554" y="12553"/>
                  <a:pt x="35259" y="11702"/>
                  <a:pt x="28207" y="11581"/>
                </a:cubicBezTo>
                <a:cubicBezTo>
                  <a:pt x="21125" y="11490"/>
                  <a:pt x="13405" y="12432"/>
                  <a:pt x="8481" y="17447"/>
                </a:cubicBezTo>
                <a:cubicBezTo>
                  <a:pt x="3283" y="22675"/>
                  <a:pt x="2675" y="30730"/>
                  <a:pt x="0" y="37691"/>
                </a:cubicBezTo>
                <a:lnTo>
                  <a:pt x="61217" y="3769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g2198db1af2c_1_509"/>
          <p:cNvSpPr/>
          <p:nvPr/>
        </p:nvSpPr>
        <p:spPr>
          <a:xfrm rot="-5400000">
            <a:off x="5073598" y="3095424"/>
            <a:ext cx="3567473" cy="4203974"/>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g2198db1af2c_1_509"/>
          <p:cNvSpPr/>
          <p:nvPr/>
        </p:nvSpPr>
        <p:spPr>
          <a:xfrm rot="-5400000">
            <a:off x="4698222" y="1827745"/>
            <a:ext cx="6324034" cy="2907285"/>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g2198db1af2c_1_509"/>
          <p:cNvSpPr/>
          <p:nvPr/>
        </p:nvSpPr>
        <p:spPr>
          <a:xfrm rot="-5400000">
            <a:off x="5697212" y="2826735"/>
            <a:ext cx="3769258" cy="3464080"/>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475" name="Shape 475"/>
        <p:cNvGrpSpPr/>
        <p:nvPr/>
      </p:nvGrpSpPr>
      <p:grpSpPr>
        <a:xfrm>
          <a:off x="0" y="0"/>
          <a:ext cx="0" cy="0"/>
          <a:chOff x="0" y="0"/>
          <a:chExt cx="0" cy="0"/>
        </a:xfrm>
      </p:grpSpPr>
      <p:sp>
        <p:nvSpPr>
          <p:cNvPr id="476" name="Google Shape;476;g2198db1af2c_1_516"/>
          <p:cNvSpPr/>
          <p:nvPr/>
        </p:nvSpPr>
        <p:spPr>
          <a:xfrm flipH="1">
            <a:off x="6761925" y="-156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g2198db1af2c_1_516"/>
          <p:cNvSpPr/>
          <p:nvPr/>
        </p:nvSpPr>
        <p:spPr>
          <a:xfrm rot="10800000">
            <a:off x="6946525" y="-75457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g2198db1af2c_1_516"/>
          <p:cNvSpPr/>
          <p:nvPr/>
        </p:nvSpPr>
        <p:spPr>
          <a:xfrm flipH="1" rot="10800000">
            <a:off x="-610111" y="-420997"/>
            <a:ext cx="2407478" cy="2837016"/>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g2198db1af2c_1_516"/>
          <p:cNvSpPr/>
          <p:nvPr/>
        </p:nvSpPr>
        <p:spPr>
          <a:xfrm flipH="1" rot="10800000">
            <a:off x="-562185" y="-205384"/>
            <a:ext cx="4267720" cy="1961956"/>
          </a:xfrm>
          <a:custGeom>
            <a:rect b="b" l="l" r="r" t="t"/>
            <a:pathLst>
              <a:path extrusionOk="0" h="70944" w="154320">
                <a:moveTo>
                  <a:pt x="0" y="70944"/>
                </a:moveTo>
                <a:lnTo>
                  <a:pt x="154319" y="70944"/>
                </a:lnTo>
                <a:cubicBezTo>
                  <a:pt x="153894" y="70579"/>
                  <a:pt x="153468" y="70153"/>
                  <a:pt x="153073" y="69819"/>
                </a:cubicBezTo>
                <a:cubicBezTo>
                  <a:pt x="147359" y="65138"/>
                  <a:pt x="139699" y="63193"/>
                  <a:pt x="132404" y="61187"/>
                </a:cubicBezTo>
                <a:cubicBezTo>
                  <a:pt x="124987" y="59120"/>
                  <a:pt x="119334" y="56931"/>
                  <a:pt x="113315" y="51794"/>
                </a:cubicBezTo>
                <a:cubicBezTo>
                  <a:pt x="107814" y="47083"/>
                  <a:pt x="99029" y="31703"/>
                  <a:pt x="95230" y="28025"/>
                </a:cubicBezTo>
                <a:cubicBezTo>
                  <a:pt x="80944" y="14134"/>
                  <a:pt x="62980" y="20578"/>
                  <a:pt x="46414" y="23648"/>
                </a:cubicBezTo>
                <a:cubicBezTo>
                  <a:pt x="36961" y="25381"/>
                  <a:pt x="27478" y="24134"/>
                  <a:pt x="19210" y="18998"/>
                </a:cubicBezTo>
                <a:cubicBezTo>
                  <a:pt x="11824" y="14408"/>
                  <a:pt x="4316" y="7903"/>
                  <a:pt x="638" y="0"/>
                </a:cubicBezTo>
                <a:lnTo>
                  <a:pt x="31" y="6657"/>
                </a:lnTo>
                <a:lnTo>
                  <a:pt x="31" y="70944"/>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g2198db1af2c_1_516"/>
          <p:cNvSpPr/>
          <p:nvPr/>
        </p:nvSpPr>
        <p:spPr>
          <a:xfrm flipH="1" rot="10800000">
            <a:off x="-562185" y="-393259"/>
            <a:ext cx="2543652" cy="233770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_1">
    <p:spTree>
      <p:nvGrpSpPr>
        <p:cNvPr id="481" name="Shape 481"/>
        <p:cNvGrpSpPr/>
        <p:nvPr/>
      </p:nvGrpSpPr>
      <p:grpSpPr>
        <a:xfrm>
          <a:off x="0" y="0"/>
          <a:ext cx="0" cy="0"/>
          <a:chOff x="0" y="0"/>
          <a:chExt cx="0" cy="0"/>
        </a:xfrm>
      </p:grpSpPr>
      <p:sp>
        <p:nvSpPr>
          <p:cNvPr id="482" name="Google Shape;482;g2198db1af2c_1_522"/>
          <p:cNvSpPr txBox="1"/>
          <p:nvPr>
            <p:ph idx="12" type="sldNum"/>
          </p:nvPr>
        </p:nvSpPr>
        <p:spPr>
          <a:xfrm>
            <a:off x="8404384" y="4673651"/>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483" name="Google Shape;483;g2198db1af2c_1_522"/>
          <p:cNvSpPr/>
          <p:nvPr/>
        </p:nvSpPr>
        <p:spPr>
          <a:xfrm flipH="1" rot="10800000">
            <a:off x="659175" y="-328750"/>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2198db1af2c_1_522"/>
          <p:cNvSpPr/>
          <p:nvPr/>
        </p:nvSpPr>
        <p:spPr>
          <a:xfrm flipH="1" rot="10800000">
            <a:off x="-154025" y="-157975"/>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g2198db1af2c_1_522"/>
          <p:cNvSpPr/>
          <p:nvPr/>
        </p:nvSpPr>
        <p:spPr>
          <a:xfrm flipH="1" rot="10800000">
            <a:off x="-110700" y="-132900"/>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g2198db1af2c_1_522"/>
          <p:cNvSpPr/>
          <p:nvPr/>
        </p:nvSpPr>
        <p:spPr>
          <a:xfrm rot="10800000">
            <a:off x="6425950" y="2109538"/>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g2198db1af2c_1_522"/>
          <p:cNvSpPr/>
          <p:nvPr/>
        </p:nvSpPr>
        <p:spPr>
          <a:xfrm rot="10800000">
            <a:off x="6267900" y="3462388"/>
            <a:ext cx="2911925" cy="1775125"/>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g2198db1af2c_1_522"/>
          <p:cNvSpPr/>
          <p:nvPr/>
        </p:nvSpPr>
        <p:spPr>
          <a:xfrm rot="10800000">
            <a:off x="7368975" y="4533838"/>
            <a:ext cx="1810850" cy="703675"/>
          </a:xfrm>
          <a:custGeom>
            <a:rect b="b" l="l" r="r" t="t"/>
            <a:pathLst>
              <a:path extrusionOk="0" h="28147" w="72434">
                <a:moveTo>
                  <a:pt x="0" y="0"/>
                </a:moveTo>
                <a:lnTo>
                  <a:pt x="0" y="28147"/>
                </a:lnTo>
                <a:cubicBezTo>
                  <a:pt x="4012" y="26870"/>
                  <a:pt x="8177" y="26110"/>
                  <a:pt x="12310" y="25745"/>
                </a:cubicBezTo>
                <a:cubicBezTo>
                  <a:pt x="21247" y="24955"/>
                  <a:pt x="30274" y="25563"/>
                  <a:pt x="39180" y="24682"/>
                </a:cubicBezTo>
                <a:cubicBezTo>
                  <a:pt x="48117" y="23800"/>
                  <a:pt x="57235" y="21308"/>
                  <a:pt x="64074" y="15107"/>
                </a:cubicBezTo>
                <a:cubicBezTo>
                  <a:pt x="68299" y="11277"/>
                  <a:pt x="71400" y="5745"/>
                  <a:pt x="724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BLANK_1_1_1_1_1_1_1_1_1_1">
    <p:bg>
      <p:bgPr>
        <a:solidFill>
          <a:srgbClr val="46A9E7">
            <a:alpha val="7058"/>
          </a:srgbClr>
        </a:solidFill>
      </p:bgPr>
    </p:bg>
    <p:spTree>
      <p:nvGrpSpPr>
        <p:cNvPr id="489" name="Shape 489"/>
        <p:cNvGrpSpPr/>
        <p:nvPr/>
      </p:nvGrpSpPr>
      <p:grpSpPr>
        <a:xfrm>
          <a:off x="0" y="0"/>
          <a:ext cx="0" cy="0"/>
          <a:chOff x="0" y="0"/>
          <a:chExt cx="0" cy="0"/>
        </a:xfrm>
      </p:grpSpPr>
      <p:sp>
        <p:nvSpPr>
          <p:cNvPr id="490" name="Google Shape;490;g2198db1af2c_1_530"/>
          <p:cNvSpPr txBox="1"/>
          <p:nvPr>
            <p:ph idx="12" type="sldNum"/>
          </p:nvPr>
        </p:nvSpPr>
        <p:spPr>
          <a:xfrm flipH="1" rot="10800000">
            <a:off x="8404384" y="-34888"/>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491" name="Google Shape;491;g2198db1af2c_1_530"/>
          <p:cNvSpPr/>
          <p:nvPr/>
        </p:nvSpPr>
        <p:spPr>
          <a:xfrm>
            <a:off x="659175" y="3948438"/>
            <a:ext cx="3566200" cy="1412675"/>
          </a:xfrm>
          <a:custGeom>
            <a:rect b="b" l="l" r="r" t="t"/>
            <a:pathLst>
              <a:path extrusionOk="0" h="56507" w="142648">
                <a:moveTo>
                  <a:pt x="142647" y="56476"/>
                </a:moveTo>
                <a:cubicBezTo>
                  <a:pt x="139456" y="54986"/>
                  <a:pt x="136416" y="53132"/>
                  <a:pt x="133286" y="50457"/>
                </a:cubicBezTo>
                <a:cubicBezTo>
                  <a:pt x="127814" y="45776"/>
                  <a:pt x="119030" y="30396"/>
                  <a:pt x="115230" y="26718"/>
                </a:cubicBezTo>
                <a:cubicBezTo>
                  <a:pt x="100944" y="12858"/>
                  <a:pt x="82981" y="19271"/>
                  <a:pt x="66415" y="22341"/>
                </a:cubicBezTo>
                <a:cubicBezTo>
                  <a:pt x="56962" y="24104"/>
                  <a:pt x="47478" y="22828"/>
                  <a:pt x="39211" y="17721"/>
                </a:cubicBezTo>
                <a:cubicBezTo>
                  <a:pt x="31855" y="13162"/>
                  <a:pt x="15958" y="1"/>
                  <a:pt x="0" y="4834"/>
                </a:cubicBezTo>
                <a:lnTo>
                  <a:pt x="11216" y="56506"/>
                </a:lnTo>
                <a:lnTo>
                  <a:pt x="142647" y="56506"/>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g2198db1af2c_1_530"/>
          <p:cNvSpPr/>
          <p:nvPr/>
        </p:nvSpPr>
        <p:spPr>
          <a:xfrm>
            <a:off x="-154025" y="2625688"/>
            <a:ext cx="2176350" cy="2564650"/>
          </a:xfrm>
          <a:custGeom>
            <a:rect b="b" l="l" r="r" t="t"/>
            <a:pathLst>
              <a:path extrusionOk="0" h="102586" w="87054">
                <a:moveTo>
                  <a:pt x="84896" y="90640"/>
                </a:moveTo>
                <a:cubicBezTo>
                  <a:pt x="81887" y="84044"/>
                  <a:pt x="76142" y="79090"/>
                  <a:pt x="70701" y="74227"/>
                </a:cubicBezTo>
                <a:cubicBezTo>
                  <a:pt x="65199" y="69302"/>
                  <a:pt x="60944" y="64348"/>
                  <a:pt x="57874" y="57144"/>
                </a:cubicBezTo>
                <a:cubicBezTo>
                  <a:pt x="55199" y="50852"/>
                  <a:pt x="52008" y="34712"/>
                  <a:pt x="50275" y="29788"/>
                </a:cubicBezTo>
                <a:cubicBezTo>
                  <a:pt x="43679" y="11247"/>
                  <a:pt x="26962" y="8542"/>
                  <a:pt x="11521" y="4499"/>
                </a:cubicBezTo>
                <a:cubicBezTo>
                  <a:pt x="7812" y="3557"/>
                  <a:pt x="4682" y="2007"/>
                  <a:pt x="1794" y="1"/>
                </a:cubicBezTo>
                <a:lnTo>
                  <a:pt x="1794" y="68573"/>
                </a:lnTo>
                <a:lnTo>
                  <a:pt x="1" y="102586"/>
                </a:lnTo>
                <a:lnTo>
                  <a:pt x="86142" y="102586"/>
                </a:lnTo>
                <a:cubicBezTo>
                  <a:pt x="87054" y="98786"/>
                  <a:pt x="86568" y="94318"/>
                  <a:pt x="84896" y="9064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g2198db1af2c_1_530"/>
          <p:cNvSpPr/>
          <p:nvPr/>
        </p:nvSpPr>
        <p:spPr>
          <a:xfrm>
            <a:off x="-110700" y="3051988"/>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g2198db1af2c_1_530"/>
          <p:cNvSpPr/>
          <p:nvPr/>
        </p:nvSpPr>
        <p:spPr>
          <a:xfrm flipH="1">
            <a:off x="6425950" y="-328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g2198db1af2c_1_530"/>
          <p:cNvSpPr/>
          <p:nvPr/>
        </p:nvSpPr>
        <p:spPr>
          <a:xfrm flipH="1">
            <a:off x="6267900" y="-205150"/>
            <a:ext cx="2911925" cy="1775125"/>
          </a:xfrm>
          <a:custGeom>
            <a:rect b="b" l="l" r="r" t="t"/>
            <a:pathLst>
              <a:path extrusionOk="0" h="71005" w="116477">
                <a:moveTo>
                  <a:pt x="0" y="0"/>
                </a:moveTo>
                <a:lnTo>
                  <a:pt x="0" y="71004"/>
                </a:lnTo>
                <a:cubicBezTo>
                  <a:pt x="1702" y="70579"/>
                  <a:pt x="3283" y="69941"/>
                  <a:pt x="4772" y="69059"/>
                </a:cubicBezTo>
                <a:cubicBezTo>
                  <a:pt x="10608" y="65685"/>
                  <a:pt x="14833" y="59788"/>
                  <a:pt x="18572" y="53892"/>
                </a:cubicBezTo>
                <a:cubicBezTo>
                  <a:pt x="22280" y="47995"/>
                  <a:pt x="25837" y="41855"/>
                  <a:pt x="31034" y="37326"/>
                </a:cubicBezTo>
                <a:cubicBezTo>
                  <a:pt x="37934" y="31277"/>
                  <a:pt x="47083" y="28846"/>
                  <a:pt x="56019" y="28056"/>
                </a:cubicBezTo>
                <a:cubicBezTo>
                  <a:pt x="64956" y="27235"/>
                  <a:pt x="73953" y="27843"/>
                  <a:pt x="82889" y="26961"/>
                </a:cubicBezTo>
                <a:cubicBezTo>
                  <a:pt x="91826" y="26080"/>
                  <a:pt x="100944" y="23587"/>
                  <a:pt x="107783" y="17387"/>
                </a:cubicBezTo>
                <a:cubicBezTo>
                  <a:pt x="112555" y="13040"/>
                  <a:pt x="115929" y="6596"/>
                  <a:pt x="116476" y="31"/>
                </a:cubicBezTo>
                <a:lnTo>
                  <a:pt x="0" y="3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g2198db1af2c_1_530"/>
          <p:cNvSpPr/>
          <p:nvPr/>
        </p:nvSpPr>
        <p:spPr>
          <a:xfrm flipH="1">
            <a:off x="7368975" y="-205150"/>
            <a:ext cx="1810850" cy="703675"/>
          </a:xfrm>
          <a:custGeom>
            <a:rect b="b" l="l" r="r" t="t"/>
            <a:pathLst>
              <a:path extrusionOk="0" h="28147" w="72434">
                <a:moveTo>
                  <a:pt x="0" y="0"/>
                </a:moveTo>
                <a:lnTo>
                  <a:pt x="0" y="28147"/>
                </a:lnTo>
                <a:cubicBezTo>
                  <a:pt x="4012" y="26870"/>
                  <a:pt x="8177" y="26110"/>
                  <a:pt x="12310" y="25745"/>
                </a:cubicBezTo>
                <a:cubicBezTo>
                  <a:pt x="21247" y="24955"/>
                  <a:pt x="30274" y="25563"/>
                  <a:pt x="39180" y="24682"/>
                </a:cubicBezTo>
                <a:cubicBezTo>
                  <a:pt x="48117" y="23800"/>
                  <a:pt x="57235" y="21308"/>
                  <a:pt x="64074" y="15107"/>
                </a:cubicBezTo>
                <a:cubicBezTo>
                  <a:pt x="68299" y="11277"/>
                  <a:pt x="71400" y="5745"/>
                  <a:pt x="7243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0.xml"/><Relationship Id="rId10" Type="http://schemas.openxmlformats.org/officeDocument/2006/relationships/slideLayout" Target="../slideLayouts/slideLayout29.xml"/><Relationship Id="rId13" Type="http://schemas.openxmlformats.org/officeDocument/2006/relationships/slideLayout" Target="../slideLayouts/slideLayout32.xml"/><Relationship Id="rId12" Type="http://schemas.openxmlformats.org/officeDocument/2006/relationships/slideLayout" Target="../slideLayouts/slideLayout31.xml"/><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5" Type="http://schemas.openxmlformats.org/officeDocument/2006/relationships/slideLayout" Target="../slideLayouts/slideLayout34.xml"/><Relationship Id="rId14" Type="http://schemas.openxmlformats.org/officeDocument/2006/relationships/slideLayout" Target="../slideLayouts/slideLayout33.xml"/><Relationship Id="rId16" Type="http://schemas.openxmlformats.org/officeDocument/2006/relationships/theme" Target="../theme/theme2.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4.xml"/><Relationship Id="rId22" Type="http://schemas.openxmlformats.org/officeDocument/2006/relationships/slideLayout" Target="../slideLayouts/slideLayout56.xml"/><Relationship Id="rId21" Type="http://schemas.openxmlformats.org/officeDocument/2006/relationships/slideLayout" Target="../slideLayouts/slideLayout55.xml"/><Relationship Id="rId24" Type="http://schemas.openxmlformats.org/officeDocument/2006/relationships/slideLayout" Target="../slideLayouts/slideLayout58.xml"/><Relationship Id="rId23" Type="http://schemas.openxmlformats.org/officeDocument/2006/relationships/slideLayout" Target="../slideLayouts/slideLayout57.xml"/><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slideLayout" Target="../slideLayouts/slideLayout43.xml"/><Relationship Id="rId26" Type="http://schemas.openxmlformats.org/officeDocument/2006/relationships/slideLayout" Target="../slideLayouts/slideLayout60.xml"/><Relationship Id="rId25" Type="http://schemas.openxmlformats.org/officeDocument/2006/relationships/slideLayout" Target="../slideLayouts/slideLayout59.xml"/><Relationship Id="rId28" Type="http://schemas.openxmlformats.org/officeDocument/2006/relationships/slideLayout" Target="../slideLayouts/slideLayout62.xml"/><Relationship Id="rId27" Type="http://schemas.openxmlformats.org/officeDocument/2006/relationships/slideLayout" Target="../slideLayouts/slideLayout61.xml"/><Relationship Id="rId5" Type="http://schemas.openxmlformats.org/officeDocument/2006/relationships/slideLayout" Target="../slideLayouts/slideLayout39.xml"/><Relationship Id="rId6" Type="http://schemas.openxmlformats.org/officeDocument/2006/relationships/slideLayout" Target="../slideLayouts/slideLayout40.xml"/><Relationship Id="rId29" Type="http://schemas.openxmlformats.org/officeDocument/2006/relationships/slideLayout" Target="../slideLayouts/slideLayout63.xml"/><Relationship Id="rId7" Type="http://schemas.openxmlformats.org/officeDocument/2006/relationships/slideLayout" Target="../slideLayouts/slideLayout41.xml"/><Relationship Id="rId8" Type="http://schemas.openxmlformats.org/officeDocument/2006/relationships/slideLayout" Target="../slideLayouts/slideLayout42.xml"/><Relationship Id="rId30" Type="http://schemas.openxmlformats.org/officeDocument/2006/relationships/theme" Target="../theme/theme4.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3" Type="http://schemas.openxmlformats.org/officeDocument/2006/relationships/slideLayout" Target="../slideLayouts/slideLayout47.xml"/><Relationship Id="rId12" Type="http://schemas.openxmlformats.org/officeDocument/2006/relationships/slideLayout" Target="../slideLayouts/slideLayout46.xml"/><Relationship Id="rId15" Type="http://schemas.openxmlformats.org/officeDocument/2006/relationships/slideLayout" Target="../slideLayouts/slideLayout49.xml"/><Relationship Id="rId14" Type="http://schemas.openxmlformats.org/officeDocument/2006/relationships/slideLayout" Target="../slideLayouts/slideLayout48.xml"/><Relationship Id="rId17" Type="http://schemas.openxmlformats.org/officeDocument/2006/relationships/slideLayout" Target="../slideLayouts/slideLayout51.xml"/><Relationship Id="rId16" Type="http://schemas.openxmlformats.org/officeDocument/2006/relationships/slideLayout" Target="../slideLayouts/slideLayout50.xml"/><Relationship Id="rId19" Type="http://schemas.openxmlformats.org/officeDocument/2006/relationships/slideLayout" Target="../slideLayouts/slideLayout53.xml"/><Relationship Id="rId18"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6A9E7">
            <a:alpha val="5882"/>
          </a:srgbClr>
        </a:solidFill>
      </p:bgPr>
    </p:bg>
    <p:spTree>
      <p:nvGrpSpPr>
        <p:cNvPr id="5" name="Shape 5"/>
        <p:cNvGrpSpPr/>
        <p:nvPr/>
      </p:nvGrpSpPr>
      <p:grpSpPr>
        <a:xfrm>
          <a:off x="0" y="0"/>
          <a:ext cx="0" cy="0"/>
          <a:chOff x="0" y="0"/>
          <a:chExt cx="0" cy="0"/>
        </a:xfrm>
      </p:grpSpPr>
      <p:sp>
        <p:nvSpPr>
          <p:cNvPr id="6" name="Google Shape;6;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1"/>
              </a:buClr>
              <a:buSzPts val="3500"/>
              <a:buFont typeface="Comfortaa"/>
              <a:buNone/>
              <a:defRPr b="0" i="0" sz="3500" u="none" cap="none" strike="noStrike">
                <a:solidFill>
                  <a:schemeClr val="accent1"/>
                </a:solidFill>
                <a:latin typeface="Comfortaa"/>
                <a:ea typeface="Comfortaa"/>
                <a:cs typeface="Comfortaa"/>
                <a:sym typeface="Comfortaa"/>
              </a:defRPr>
            </a:lvl1pPr>
            <a:lvl2pPr lvl="1"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2pPr>
            <a:lvl3pPr lvl="2"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3pPr>
            <a:lvl4pPr lvl="3"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4pPr>
            <a:lvl5pPr lvl="4"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5pPr>
            <a:lvl6pPr lvl="5"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6pPr>
            <a:lvl7pPr lvl="6"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7pPr>
            <a:lvl8pPr lvl="7"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8pPr>
            <a:lvl9pPr lvl="8"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9pPr>
          </a:lstStyle>
          <a:p/>
        </p:txBody>
      </p:sp>
      <p:sp>
        <p:nvSpPr>
          <p:cNvPr id="7" name="Google Shape;7;p5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1pPr>
            <a:lvl2pPr indent="-317500" lvl="1" marL="9144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2pPr>
            <a:lvl3pPr indent="-317500" lvl="2" marL="13716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3pPr>
            <a:lvl4pPr indent="-317500" lvl="3" marL="18288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4pPr>
            <a:lvl5pPr indent="-317500" lvl="4" marL="22860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5pPr>
            <a:lvl6pPr indent="-317500" lvl="5" marL="27432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6pPr>
            <a:lvl7pPr indent="-317500" lvl="6" marL="32004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7pPr>
            <a:lvl8pPr indent="-317500" lvl="7" marL="36576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8pPr>
            <a:lvl9pPr indent="-317500" lvl="8" marL="4114800" marR="0" rtl="0" algn="l">
              <a:lnSpc>
                <a:spcPct val="115000"/>
              </a:lnSpc>
              <a:spcBef>
                <a:spcPts val="1600"/>
              </a:spcBef>
              <a:spcAft>
                <a:spcPts val="160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50">
          <p15:clr>
            <a:srgbClr val="EA4335"/>
          </p15:clr>
        </p15:guide>
        <p15:guide id="2" orient="horz" pos="337">
          <p15:clr>
            <a:srgbClr val="EA4335"/>
          </p15:clr>
        </p15:guide>
        <p15:guide id="3" pos="5310">
          <p15:clr>
            <a:srgbClr val="EA4335"/>
          </p15:clr>
        </p15:guide>
        <p15:guide id="4" orient="horz" pos="2903">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6A9E7">
            <a:alpha val="6666"/>
          </a:srgbClr>
        </a:solidFill>
      </p:bgPr>
    </p:bg>
    <p:spTree>
      <p:nvGrpSpPr>
        <p:cNvPr id="154" name="Shape 154"/>
        <p:cNvGrpSpPr/>
        <p:nvPr/>
      </p:nvGrpSpPr>
      <p:grpSpPr>
        <a:xfrm>
          <a:off x="0" y="0"/>
          <a:ext cx="0" cy="0"/>
          <a:chOff x="0" y="0"/>
          <a:chExt cx="0" cy="0"/>
        </a:xfrm>
      </p:grpSpPr>
      <p:sp>
        <p:nvSpPr>
          <p:cNvPr id="155" name="Google Shape;155;g1bbaa8f0957_2_48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1"/>
              </a:buClr>
              <a:buSzPts val="3500"/>
              <a:buFont typeface="Comfortaa"/>
              <a:buNone/>
              <a:defRPr b="0" i="0" sz="3500" u="none" cap="none" strike="noStrike">
                <a:solidFill>
                  <a:schemeClr val="accent1"/>
                </a:solidFill>
                <a:latin typeface="Comfortaa"/>
                <a:ea typeface="Comfortaa"/>
                <a:cs typeface="Comfortaa"/>
                <a:sym typeface="Comfortaa"/>
              </a:defRPr>
            </a:lvl1pPr>
            <a:lvl2pPr lvl="1"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2pPr>
            <a:lvl3pPr lvl="2"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3pPr>
            <a:lvl4pPr lvl="3"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4pPr>
            <a:lvl5pPr lvl="4"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5pPr>
            <a:lvl6pPr lvl="5"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6pPr>
            <a:lvl7pPr lvl="6"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7pPr>
            <a:lvl8pPr lvl="7"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8pPr>
            <a:lvl9pPr lvl="8"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9pPr>
          </a:lstStyle>
          <a:p/>
        </p:txBody>
      </p:sp>
      <p:sp>
        <p:nvSpPr>
          <p:cNvPr id="156" name="Google Shape;156;g1bbaa8f0957_2_48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1pPr>
            <a:lvl2pPr indent="-317500" lvl="1" marL="9144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2pPr>
            <a:lvl3pPr indent="-317500" lvl="2" marL="13716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3pPr>
            <a:lvl4pPr indent="-317500" lvl="3" marL="18288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4pPr>
            <a:lvl5pPr indent="-317500" lvl="4" marL="22860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5pPr>
            <a:lvl6pPr indent="-317500" lvl="5" marL="27432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6pPr>
            <a:lvl7pPr indent="-317500" lvl="6" marL="32004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7pPr>
            <a:lvl8pPr indent="-317500" lvl="7" marL="36576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8pPr>
            <a:lvl9pPr indent="-317500" lvl="8" marL="4114800" marR="0" rtl="0" algn="l">
              <a:lnSpc>
                <a:spcPct val="115000"/>
              </a:lnSpc>
              <a:spcBef>
                <a:spcPts val="1600"/>
              </a:spcBef>
              <a:spcAft>
                <a:spcPts val="160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9pPr>
          </a:lstStyle>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50">
          <p15:clr>
            <a:srgbClr val="EA4335"/>
          </p15:clr>
        </p15:guide>
        <p15:guide id="2" orient="horz" pos="337">
          <p15:clr>
            <a:srgbClr val="EA4335"/>
          </p15:clr>
        </p15:guide>
        <p15:guide id="3" pos="5310">
          <p15:clr>
            <a:srgbClr val="EA4335"/>
          </p15:clr>
        </p15:guide>
        <p15:guide id="4" orient="horz" pos="2903">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6A9E7">
            <a:alpha val="7058"/>
          </a:srgbClr>
        </a:solidFill>
      </p:bgPr>
    </p:bg>
    <p:spTree>
      <p:nvGrpSpPr>
        <p:cNvPr id="253" name="Shape 253"/>
        <p:cNvGrpSpPr/>
        <p:nvPr/>
      </p:nvGrpSpPr>
      <p:grpSpPr>
        <a:xfrm>
          <a:off x="0" y="0"/>
          <a:ext cx="0" cy="0"/>
          <a:chOff x="0" y="0"/>
          <a:chExt cx="0" cy="0"/>
        </a:xfrm>
      </p:grpSpPr>
      <p:sp>
        <p:nvSpPr>
          <p:cNvPr id="254" name="Google Shape;254;g2198db1af2c_1_29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1"/>
              </a:buClr>
              <a:buSzPts val="3500"/>
              <a:buFont typeface="Comfortaa"/>
              <a:buNone/>
              <a:defRPr b="0" i="0" sz="3500" u="none" cap="none" strike="noStrike">
                <a:solidFill>
                  <a:schemeClr val="accent1"/>
                </a:solidFill>
                <a:latin typeface="Comfortaa"/>
                <a:ea typeface="Comfortaa"/>
                <a:cs typeface="Comfortaa"/>
                <a:sym typeface="Comfortaa"/>
              </a:defRPr>
            </a:lvl1pPr>
            <a:lvl2pPr lvl="1"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2pPr>
            <a:lvl3pPr lvl="2"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3pPr>
            <a:lvl4pPr lvl="3"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4pPr>
            <a:lvl5pPr lvl="4"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5pPr>
            <a:lvl6pPr lvl="5"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6pPr>
            <a:lvl7pPr lvl="6"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7pPr>
            <a:lvl8pPr lvl="7"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8pPr>
            <a:lvl9pPr lvl="8"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9pPr>
          </a:lstStyle>
          <a:p/>
        </p:txBody>
      </p:sp>
      <p:sp>
        <p:nvSpPr>
          <p:cNvPr id="255" name="Google Shape;255;g2198db1af2c_1_29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1pPr>
            <a:lvl2pPr indent="-317500" lvl="1" marL="9144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2pPr>
            <a:lvl3pPr indent="-317500" lvl="2" marL="13716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3pPr>
            <a:lvl4pPr indent="-317500" lvl="3" marL="18288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4pPr>
            <a:lvl5pPr indent="-317500" lvl="4" marL="22860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5pPr>
            <a:lvl6pPr indent="-317500" lvl="5" marL="27432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6pPr>
            <a:lvl7pPr indent="-317500" lvl="6" marL="32004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7pPr>
            <a:lvl8pPr indent="-317500" lvl="7" marL="3657600" marR="0" rtl="0" algn="l">
              <a:lnSpc>
                <a:spcPct val="115000"/>
              </a:lnSpc>
              <a:spcBef>
                <a:spcPts val="1600"/>
              </a:spcBef>
              <a:spcAft>
                <a:spcPts val="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8pPr>
            <a:lvl9pPr indent="-317500" lvl="8" marL="4114800" marR="0" rtl="0" algn="l">
              <a:lnSpc>
                <a:spcPct val="115000"/>
              </a:lnSpc>
              <a:spcBef>
                <a:spcPts val="1600"/>
              </a:spcBef>
              <a:spcAft>
                <a:spcPts val="1600"/>
              </a:spcAft>
              <a:buClr>
                <a:schemeClr val="dk2"/>
              </a:buClr>
              <a:buSzPts val="1400"/>
              <a:buFont typeface="Anaheim"/>
              <a:buChar char="■"/>
              <a:defRPr b="0" i="0" sz="1400" u="none" cap="none" strike="noStrike">
                <a:solidFill>
                  <a:schemeClr val="dk2"/>
                </a:solidFill>
                <a:latin typeface="Anaheim"/>
                <a:ea typeface="Anaheim"/>
                <a:cs typeface="Anaheim"/>
                <a:sym typeface="Anaheim"/>
              </a:defRPr>
            </a:lvl9pPr>
          </a:lstStyle>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50">
          <p15:clr>
            <a:srgbClr val="EA4335"/>
          </p15:clr>
        </p15:guide>
        <p15:guide id="2" orient="horz" pos="337">
          <p15:clr>
            <a:srgbClr val="EA4335"/>
          </p15:clr>
        </p15:guide>
        <p15:guide id="3" pos="5310">
          <p15:clr>
            <a:srgbClr val="EA4335"/>
          </p15:clr>
        </p15:guide>
        <p15:guide id="4" orient="horz" pos="290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43.gif"/><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image" Target="../media/image32.jpg"/><Relationship Id="rId4" Type="http://schemas.openxmlformats.org/officeDocument/2006/relationships/image" Target="../media/image30.jpg"/><Relationship Id="rId5" Type="http://schemas.openxmlformats.org/officeDocument/2006/relationships/image" Target="../media/image2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 Id="rId3" Type="http://schemas.openxmlformats.org/officeDocument/2006/relationships/image" Target="../media/image19.jpg"/><Relationship Id="rId4" Type="http://schemas.openxmlformats.org/officeDocument/2006/relationships/image" Target="../media/image17.png"/><Relationship Id="rId5"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32.jpg"/><Relationship Id="rId4" Type="http://schemas.openxmlformats.org/officeDocument/2006/relationships/image" Target="../media/image41.jpg"/><Relationship Id="rId5" Type="http://schemas.openxmlformats.org/officeDocument/2006/relationships/image" Target="../media/image2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15.jpg"/><Relationship Id="rId4" Type="http://schemas.openxmlformats.org/officeDocument/2006/relationships/image" Target="../media/image14.jpg"/><Relationship Id="rId5"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27.jpg"/><Relationship Id="rId4" Type="http://schemas.openxmlformats.org/officeDocument/2006/relationships/image" Target="../media/image30.jpg"/><Relationship Id="rId5" Type="http://schemas.openxmlformats.org/officeDocument/2006/relationships/image" Target="../media/image2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image" Target="../media/image32.jpg"/><Relationship Id="rId4" Type="http://schemas.openxmlformats.org/officeDocument/2006/relationships/image" Target="../media/image27.jpg"/><Relationship Id="rId5" Type="http://schemas.openxmlformats.org/officeDocument/2006/relationships/image" Target="../media/image4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 Id="rId3" Type="http://schemas.openxmlformats.org/officeDocument/2006/relationships/image" Target="../media/image40.jpg"/><Relationship Id="rId4" Type="http://schemas.openxmlformats.org/officeDocument/2006/relationships/image" Target="../media/image2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5.xml"/><Relationship Id="rId3"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6.xml"/><Relationship Id="rId3"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8.xml"/><Relationship Id="rId3"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9.xml"/><Relationship Id="rId3" Type="http://schemas.openxmlformats.org/officeDocument/2006/relationships/image" Target="../media/image21.jpg"/><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0.xml"/><Relationship Id="rId3"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1.xml"/><Relationship Id="rId3" Type="http://schemas.openxmlformats.org/officeDocument/2006/relationships/image" Target="../media/image21.jpg"/><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5.xml"/><Relationship Id="rId3" Type="http://schemas.openxmlformats.org/officeDocument/2006/relationships/image" Target="../media/image3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6.xml"/><Relationship Id="rId3" Type="http://schemas.openxmlformats.org/officeDocument/2006/relationships/image" Target="../media/image3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8.xml"/><Relationship Id="rId3" Type="http://schemas.openxmlformats.org/officeDocument/2006/relationships/image" Target="../media/image3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0.xml"/><Relationship Id="rId3" Type="http://schemas.openxmlformats.org/officeDocument/2006/relationships/image" Target="../media/image4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1.xml"/><Relationship Id="rId3" Type="http://schemas.openxmlformats.org/officeDocument/2006/relationships/image" Target="../media/image4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2.xml"/><Relationship Id="rId3" Type="http://schemas.openxmlformats.org/officeDocument/2006/relationships/image" Target="../media/image4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4.xml"/><Relationship Id="rId3" Type="http://schemas.openxmlformats.org/officeDocument/2006/relationships/image" Target="../media/image4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6.xml"/><Relationship Id="rId3" Type="http://schemas.openxmlformats.org/officeDocument/2006/relationships/hyperlink" Target="https://water.usgs.gov/owq/WhyMonitorWaterQuality.pdf" TargetMode="External"/><Relationship Id="rId4" Type="http://schemas.openxmlformats.org/officeDocument/2006/relationships/hyperlink" Target="https://eee.guc.edu.eg/announcements/comparaitive_wireless_standards.pdf" TargetMode="External"/><Relationship Id="rId5" Type="http://schemas.openxmlformats.org/officeDocument/2006/relationships/hyperlink" Target="https://ieeexplore.ieee.org/abstract/document/7516589" TargetMode="External"/><Relationship Id="rId6" Type="http://schemas.openxmlformats.org/officeDocument/2006/relationships/hyperlink" Target="https://www.researchgate.net/publication/320221378_Real-Time_Attitude-Independent_Magnetometer_Bias_Estimation_for_Spinning_Spacecraft" TargetMode="External"/><Relationship Id="rId7" Type="http://schemas.openxmlformats.org/officeDocument/2006/relationships/hyperlink" Target="https://www.ncbi.nlm.nih.gov/pmc/articles/PMC5017391/#B1-sensors-16-01226"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1"/>
          <p:cNvSpPr txBox="1"/>
          <p:nvPr>
            <p:ph type="ctrTitle"/>
          </p:nvPr>
        </p:nvSpPr>
        <p:spPr>
          <a:xfrm>
            <a:off x="1503000" y="969500"/>
            <a:ext cx="6229200" cy="2919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b="1" lang="en" sz="3000">
                <a:solidFill>
                  <a:schemeClr val="accent1"/>
                </a:solidFill>
                <a:latin typeface="Times New Roman"/>
                <a:ea typeface="Times New Roman"/>
                <a:cs typeface="Times New Roman"/>
                <a:sym typeface="Times New Roman"/>
              </a:rPr>
              <a:t>AUTONOMOUS SAILBOAT FOR WATER QUALITY MONITORING</a:t>
            </a:r>
            <a:endParaRPr b="1" sz="3000">
              <a:solidFill>
                <a:schemeClr val="accent1"/>
              </a:solidFill>
              <a:latin typeface="Times New Roman"/>
              <a:ea typeface="Times New Roman"/>
              <a:cs typeface="Times New Roman"/>
              <a:sym typeface="Times New Roman"/>
            </a:endParaRPr>
          </a:p>
          <a:p>
            <a:pPr indent="0" lvl="0" marL="0" rtl="0" algn="ctr">
              <a:lnSpc>
                <a:spcPct val="100000"/>
              </a:lnSpc>
              <a:spcBef>
                <a:spcPts val="0"/>
              </a:spcBef>
              <a:spcAft>
                <a:spcPts val="0"/>
              </a:spcAft>
              <a:buSzPts val="5200"/>
              <a:buNone/>
            </a:pPr>
            <a:r>
              <a:t/>
            </a:r>
            <a:endParaRPr b="1" sz="2200">
              <a:solidFill>
                <a:srgbClr val="1F497D"/>
              </a:solidFill>
              <a:latin typeface="Times New Roman"/>
              <a:ea typeface="Times New Roman"/>
              <a:cs typeface="Times New Roman"/>
              <a:sym typeface="Times New Roman"/>
            </a:endParaRPr>
          </a:p>
          <a:p>
            <a:pPr indent="0" lvl="0" marL="0" rtl="0" algn="ctr">
              <a:lnSpc>
                <a:spcPct val="100000"/>
              </a:lnSpc>
              <a:spcBef>
                <a:spcPts val="0"/>
              </a:spcBef>
              <a:spcAft>
                <a:spcPts val="0"/>
              </a:spcAft>
              <a:buSzPts val="5200"/>
              <a:buNone/>
            </a:pPr>
            <a:r>
              <a:rPr b="1" lang="en" sz="2200">
                <a:solidFill>
                  <a:srgbClr val="197DBF"/>
                </a:solidFill>
                <a:latin typeface="Times New Roman"/>
                <a:ea typeface="Times New Roman"/>
                <a:cs typeface="Times New Roman"/>
                <a:sym typeface="Times New Roman"/>
              </a:rPr>
              <a:t> </a:t>
            </a:r>
            <a:r>
              <a:rPr lang="en">
                <a:solidFill>
                  <a:srgbClr val="197DBF"/>
                </a:solidFill>
              </a:rPr>
              <a:t>ASWQM</a:t>
            </a:r>
            <a:endParaRPr>
              <a:solidFill>
                <a:srgbClr val="197DBF"/>
              </a:solidFill>
            </a:endParaRPr>
          </a:p>
          <a:p>
            <a:pPr indent="0" lvl="0" marL="0" rtl="0" algn="ctr">
              <a:lnSpc>
                <a:spcPct val="100000"/>
              </a:lnSpc>
              <a:spcBef>
                <a:spcPts val="0"/>
              </a:spcBef>
              <a:spcAft>
                <a:spcPts val="0"/>
              </a:spcAft>
              <a:buSzPts val="5200"/>
              <a:buNone/>
            </a:pPr>
            <a:r>
              <a:rPr lang="en" sz="2000">
                <a:solidFill>
                  <a:srgbClr val="6CC4FF"/>
                </a:solidFill>
              </a:rPr>
              <a:t>DR/ </a:t>
            </a:r>
            <a:r>
              <a:rPr lang="en" sz="2000">
                <a:solidFill>
                  <a:srgbClr val="6CC4FF"/>
                </a:solidFill>
                <a:latin typeface="Times New Roman"/>
                <a:ea typeface="Times New Roman"/>
                <a:cs typeface="Times New Roman"/>
                <a:sym typeface="Times New Roman"/>
              </a:rPr>
              <a:t>Rasha Fathi</a:t>
            </a:r>
            <a:endParaRPr sz="2000">
              <a:solidFill>
                <a:srgbClr val="6CC4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4"/>
          <p:cNvSpPr txBox="1"/>
          <p:nvPr>
            <p:ph type="title"/>
          </p:nvPr>
        </p:nvSpPr>
        <p:spPr>
          <a:xfrm>
            <a:off x="1334800" y="2889175"/>
            <a:ext cx="4310400" cy="757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000"/>
              </a:spcBef>
              <a:spcAft>
                <a:spcPts val="0"/>
              </a:spcAft>
              <a:buSzPts val="3500"/>
              <a:buNone/>
            </a:pPr>
            <a:r>
              <a:rPr b="1" lang="en" sz="2300">
                <a:latin typeface="Times New Roman"/>
                <a:ea typeface="Times New Roman"/>
                <a:cs typeface="Times New Roman"/>
                <a:sym typeface="Times New Roman"/>
              </a:rPr>
              <a:t>Omnia Mahmoud Ismail</a:t>
            </a:r>
            <a:endParaRPr b="1" sz="2300">
              <a:latin typeface="Times New Roman"/>
              <a:ea typeface="Times New Roman"/>
              <a:cs typeface="Times New Roman"/>
              <a:sym typeface="Times New Roman"/>
            </a:endParaRPr>
          </a:p>
          <a:p>
            <a:pPr indent="0" lvl="0" marL="0" rtl="0" algn="l">
              <a:lnSpc>
                <a:spcPct val="115000"/>
              </a:lnSpc>
              <a:spcBef>
                <a:spcPts val="1000"/>
              </a:spcBef>
              <a:spcAft>
                <a:spcPts val="0"/>
              </a:spcAft>
              <a:buSzPts val="3500"/>
              <a:buNone/>
            </a:pPr>
            <a:r>
              <a:rPr b="1" lang="en" sz="2300">
                <a:latin typeface="Times New Roman"/>
                <a:ea typeface="Times New Roman"/>
                <a:cs typeface="Times New Roman"/>
                <a:sym typeface="Times New Roman"/>
              </a:rPr>
              <a:t>Youssef Ahmed Hosny</a:t>
            </a:r>
            <a:endParaRPr b="1" sz="2300">
              <a:latin typeface="Times New Roman"/>
              <a:ea typeface="Times New Roman"/>
              <a:cs typeface="Times New Roman"/>
              <a:sym typeface="Times New Roman"/>
            </a:endParaRPr>
          </a:p>
          <a:p>
            <a:pPr indent="0" lvl="0" marL="0" rtl="0" algn="l">
              <a:lnSpc>
                <a:spcPct val="115000"/>
              </a:lnSpc>
              <a:spcBef>
                <a:spcPts val="1000"/>
              </a:spcBef>
              <a:spcAft>
                <a:spcPts val="0"/>
              </a:spcAft>
              <a:buSzPts val="3500"/>
              <a:buNone/>
            </a:pPr>
            <a:r>
              <a:rPr b="1" lang="en" sz="2300">
                <a:latin typeface="Times New Roman"/>
                <a:ea typeface="Times New Roman"/>
                <a:cs typeface="Times New Roman"/>
                <a:sym typeface="Times New Roman"/>
              </a:rPr>
              <a:t>Mohamed Mohsen Mansour</a:t>
            </a:r>
            <a:endParaRPr b="1" sz="2300">
              <a:latin typeface="Times New Roman"/>
              <a:ea typeface="Times New Roman"/>
              <a:cs typeface="Times New Roman"/>
              <a:sym typeface="Times New Roman"/>
            </a:endParaRPr>
          </a:p>
          <a:p>
            <a:pPr indent="0" lvl="0" marL="0" rtl="0" algn="l">
              <a:lnSpc>
                <a:spcPct val="115000"/>
              </a:lnSpc>
              <a:spcBef>
                <a:spcPts val="1000"/>
              </a:spcBef>
              <a:spcAft>
                <a:spcPts val="0"/>
              </a:spcAft>
              <a:buSzPts val="3500"/>
              <a:buNone/>
            </a:pPr>
            <a:r>
              <a:rPr b="1" lang="en" sz="2300">
                <a:latin typeface="Times New Roman"/>
                <a:ea typeface="Times New Roman"/>
                <a:cs typeface="Times New Roman"/>
                <a:sym typeface="Times New Roman"/>
              </a:rPr>
              <a:t>Waleed Ebrahim Mohamed</a:t>
            </a:r>
            <a:endParaRPr b="1" sz="2300">
              <a:latin typeface="Times New Roman"/>
              <a:ea typeface="Times New Roman"/>
              <a:cs typeface="Times New Roman"/>
              <a:sym typeface="Times New Roman"/>
            </a:endParaRPr>
          </a:p>
          <a:p>
            <a:pPr indent="0" lvl="0" marL="0" rtl="0" algn="l">
              <a:lnSpc>
                <a:spcPct val="115000"/>
              </a:lnSpc>
              <a:spcBef>
                <a:spcPts val="0"/>
              </a:spcBef>
              <a:spcAft>
                <a:spcPts val="0"/>
              </a:spcAft>
              <a:buSzPts val="3500"/>
              <a:buNone/>
            </a:pPr>
            <a:r>
              <a:rPr b="1" lang="en" sz="2300">
                <a:latin typeface="Times New Roman"/>
                <a:ea typeface="Times New Roman"/>
                <a:cs typeface="Times New Roman"/>
                <a:sym typeface="Times New Roman"/>
              </a:rPr>
              <a:t>Hala Mohamed Hemaida</a:t>
            </a:r>
            <a:endParaRPr b="1" sz="2300">
              <a:latin typeface="Times New Roman"/>
              <a:ea typeface="Times New Roman"/>
              <a:cs typeface="Times New Roman"/>
              <a:sym typeface="Times New Roman"/>
            </a:endParaRPr>
          </a:p>
          <a:p>
            <a:pPr indent="0" lvl="0" marL="0" rtl="0" algn="ctr">
              <a:lnSpc>
                <a:spcPct val="115000"/>
              </a:lnSpc>
              <a:spcBef>
                <a:spcPts val="1000"/>
              </a:spcBef>
              <a:spcAft>
                <a:spcPts val="0"/>
              </a:spcAft>
              <a:buSzPts val="3500"/>
              <a:buNone/>
            </a:pPr>
            <a:r>
              <a:t/>
            </a:r>
            <a:endParaRPr b="1" sz="3900"/>
          </a:p>
        </p:txBody>
      </p:sp>
      <p:sp>
        <p:nvSpPr>
          <p:cNvPr id="507" name="Google Shape;507;p4"/>
          <p:cNvSpPr/>
          <p:nvPr/>
        </p:nvSpPr>
        <p:spPr>
          <a:xfrm>
            <a:off x="6061575" y="2188950"/>
            <a:ext cx="1870800" cy="18480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15000"/>
              </a:lnSpc>
              <a:spcBef>
                <a:spcPts val="2400"/>
              </a:spcBef>
              <a:spcAft>
                <a:spcPts val="1000"/>
              </a:spcAft>
              <a:buClr>
                <a:srgbClr val="000000"/>
              </a:buClr>
              <a:buSzPts val="2000"/>
              <a:buFont typeface="Arial"/>
              <a:buNone/>
            </a:pPr>
            <a:r>
              <a:rPr b="1" i="0" lang="en" sz="2000" u="none" cap="none" strike="noStrike">
                <a:solidFill>
                  <a:schemeClr val="lt1"/>
                </a:solidFill>
                <a:latin typeface="Times New Roman"/>
                <a:ea typeface="Times New Roman"/>
                <a:cs typeface="Times New Roman"/>
                <a:sym typeface="Times New Roman"/>
              </a:rPr>
              <a:t>Group Members</a:t>
            </a:r>
            <a:endParaRPr b="1" i="0" sz="2600" u="none" cap="none" strike="noStrike">
              <a:solidFill>
                <a:schemeClr val="lt1"/>
              </a:solidFill>
              <a:latin typeface="Comfortaa"/>
              <a:ea typeface="Comfortaa"/>
              <a:cs typeface="Comfortaa"/>
              <a:sym typeface="Comfortaa"/>
            </a:endParaRPr>
          </a:p>
        </p:txBody>
      </p:sp>
      <p:grpSp>
        <p:nvGrpSpPr>
          <p:cNvPr id="508" name="Google Shape;508;p4"/>
          <p:cNvGrpSpPr/>
          <p:nvPr/>
        </p:nvGrpSpPr>
        <p:grpSpPr>
          <a:xfrm>
            <a:off x="6821935" y="2464009"/>
            <a:ext cx="350079" cy="350079"/>
            <a:chOff x="3497300" y="3227275"/>
            <a:chExt cx="296175" cy="296175"/>
          </a:xfrm>
        </p:grpSpPr>
        <p:sp>
          <p:nvSpPr>
            <p:cNvPr id="509" name="Google Shape;509;p4"/>
            <p:cNvSpPr/>
            <p:nvPr/>
          </p:nvSpPr>
          <p:spPr>
            <a:xfrm>
              <a:off x="3609925" y="3339900"/>
              <a:ext cx="69350" cy="68550"/>
            </a:xfrm>
            <a:custGeom>
              <a:rect b="b" l="l" r="r" t="t"/>
              <a:pathLst>
                <a:path extrusionOk="0" h="2742" w="2774">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rgbClr val="D8EDFA"/>
            </a:solidFill>
            <a:ln cap="flat" cmpd="sng" w="9525">
              <a:solidFill>
                <a:srgbClr val="D8ED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4"/>
            <p:cNvSpPr/>
            <p:nvPr/>
          </p:nvSpPr>
          <p:spPr>
            <a:xfrm>
              <a:off x="3531175" y="3227275"/>
              <a:ext cx="86650" cy="86675"/>
            </a:xfrm>
            <a:custGeom>
              <a:rect b="b" l="l" r="r" t="t"/>
              <a:pathLst>
                <a:path extrusionOk="0" h="3467" w="3466">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rgbClr val="D8EDFA"/>
            </a:solidFill>
            <a:ln cap="flat" cmpd="sng" w="9525">
              <a:solidFill>
                <a:srgbClr val="D8ED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4"/>
            <p:cNvSpPr/>
            <p:nvPr/>
          </p:nvSpPr>
          <p:spPr>
            <a:xfrm>
              <a:off x="3670575" y="3227275"/>
              <a:ext cx="86675" cy="86675"/>
            </a:xfrm>
            <a:custGeom>
              <a:rect b="b" l="l" r="r" t="t"/>
              <a:pathLst>
                <a:path extrusionOk="0" h="3467" w="3467">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rgbClr val="D8EDFA"/>
            </a:solidFill>
            <a:ln cap="flat" cmpd="sng" w="9525">
              <a:solidFill>
                <a:srgbClr val="D8ED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4"/>
            <p:cNvSpPr/>
            <p:nvPr/>
          </p:nvSpPr>
          <p:spPr>
            <a:xfrm>
              <a:off x="3622525" y="3421825"/>
              <a:ext cx="41775" cy="25225"/>
            </a:xfrm>
            <a:custGeom>
              <a:rect b="b" l="l" r="r" t="t"/>
              <a:pathLst>
                <a:path extrusionOk="0" h="1009" w="1671">
                  <a:moveTo>
                    <a:pt x="1" y="0"/>
                  </a:moveTo>
                  <a:lnTo>
                    <a:pt x="851" y="1008"/>
                  </a:lnTo>
                  <a:lnTo>
                    <a:pt x="1671" y="0"/>
                  </a:lnTo>
                  <a:lnTo>
                    <a:pt x="1671" y="0"/>
                  </a:lnTo>
                  <a:cubicBezTo>
                    <a:pt x="1450" y="126"/>
                    <a:pt x="1167" y="158"/>
                    <a:pt x="851" y="158"/>
                  </a:cubicBezTo>
                  <a:cubicBezTo>
                    <a:pt x="568" y="158"/>
                    <a:pt x="284" y="95"/>
                    <a:pt x="1" y="0"/>
                  </a:cubicBezTo>
                  <a:close/>
                </a:path>
              </a:pathLst>
            </a:custGeom>
            <a:solidFill>
              <a:srgbClr val="D8EDFA"/>
            </a:solidFill>
            <a:ln cap="flat" cmpd="sng" w="9525">
              <a:solidFill>
                <a:srgbClr val="D8ED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4"/>
            <p:cNvSpPr/>
            <p:nvPr/>
          </p:nvSpPr>
          <p:spPr>
            <a:xfrm>
              <a:off x="3566600" y="3416300"/>
              <a:ext cx="70125" cy="106350"/>
            </a:xfrm>
            <a:custGeom>
              <a:rect b="b" l="l" r="r" t="t"/>
              <a:pathLst>
                <a:path extrusionOk="0" h="4254" w="2805">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rgbClr val="D8EDFA"/>
            </a:solidFill>
            <a:ln cap="flat" cmpd="sng" w="9525">
              <a:solidFill>
                <a:srgbClr val="D8ED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4"/>
            <p:cNvSpPr/>
            <p:nvPr/>
          </p:nvSpPr>
          <p:spPr>
            <a:xfrm>
              <a:off x="3653250" y="3417100"/>
              <a:ext cx="70125" cy="106350"/>
            </a:xfrm>
            <a:custGeom>
              <a:rect b="b" l="l" r="r" t="t"/>
              <a:pathLst>
                <a:path extrusionOk="0" h="4254" w="2805">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rgbClr val="D8EDFA"/>
            </a:solidFill>
            <a:ln cap="flat" cmpd="sng" w="9525">
              <a:solidFill>
                <a:srgbClr val="D8ED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4"/>
            <p:cNvSpPr/>
            <p:nvPr/>
          </p:nvSpPr>
          <p:spPr>
            <a:xfrm>
              <a:off x="3655625" y="3310775"/>
              <a:ext cx="137850" cy="108700"/>
            </a:xfrm>
            <a:custGeom>
              <a:rect b="b" l="l" r="r" t="t"/>
              <a:pathLst>
                <a:path extrusionOk="0" h="4348" w="5514">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rgbClr val="D8EDFA"/>
            </a:solidFill>
            <a:ln cap="flat" cmpd="sng" w="9525">
              <a:solidFill>
                <a:srgbClr val="D8ED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4"/>
            <p:cNvSpPr/>
            <p:nvPr/>
          </p:nvSpPr>
          <p:spPr>
            <a:xfrm>
              <a:off x="3497300" y="3309975"/>
              <a:ext cx="136275" cy="108725"/>
            </a:xfrm>
            <a:custGeom>
              <a:rect b="b" l="l" r="r" t="t"/>
              <a:pathLst>
                <a:path extrusionOk="0" h="4349" w="5451">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rgbClr val="D8EDFA"/>
            </a:solidFill>
            <a:ln cap="flat" cmpd="sng" w="9525">
              <a:solidFill>
                <a:srgbClr val="D8ED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g1bbddf71bfd_0_0"/>
          <p:cNvSpPr txBox="1"/>
          <p:nvPr>
            <p:ph type="title"/>
          </p:nvPr>
        </p:nvSpPr>
        <p:spPr>
          <a:xfrm>
            <a:off x="227000" y="1988950"/>
            <a:ext cx="2979300" cy="527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lang="en"/>
              <a:t>Problem Statement &amp;</a:t>
            </a:r>
            <a:br>
              <a:rPr lang="en"/>
            </a:br>
            <a:r>
              <a:rPr lang="en"/>
              <a:t>Project Idea</a:t>
            </a:r>
            <a:endParaRPr/>
          </a:p>
        </p:txBody>
      </p:sp>
      <p:sp>
        <p:nvSpPr>
          <p:cNvPr id="522" name="Google Shape;522;g1bbddf71bfd_0_0"/>
          <p:cNvSpPr txBox="1"/>
          <p:nvPr>
            <p:ph idx="2" type="title"/>
          </p:nvPr>
        </p:nvSpPr>
        <p:spPr>
          <a:xfrm>
            <a:off x="720000" y="1330575"/>
            <a:ext cx="1275300" cy="593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01</a:t>
            </a:r>
            <a:endParaRPr/>
          </a:p>
        </p:txBody>
      </p:sp>
      <p:sp>
        <p:nvSpPr>
          <p:cNvPr id="523" name="Google Shape;523;g1bbddf71bfd_0_0"/>
          <p:cNvSpPr txBox="1"/>
          <p:nvPr>
            <p:ph idx="3" type="title"/>
          </p:nvPr>
        </p:nvSpPr>
        <p:spPr>
          <a:xfrm>
            <a:off x="240300" y="3991175"/>
            <a:ext cx="2979300" cy="527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3500"/>
              <a:buFont typeface="Arial"/>
              <a:buNone/>
            </a:pPr>
            <a:r>
              <a:rPr lang="en"/>
              <a:t>HW Implementation </a:t>
            </a:r>
            <a:endParaRPr/>
          </a:p>
          <a:p>
            <a:pPr indent="0" lvl="0" marL="0" rtl="0" algn="l">
              <a:lnSpc>
                <a:spcPct val="100000"/>
              </a:lnSpc>
              <a:spcBef>
                <a:spcPts val="0"/>
              </a:spcBef>
              <a:spcAft>
                <a:spcPts val="0"/>
              </a:spcAft>
              <a:buSzPts val="2400"/>
              <a:buNone/>
            </a:pPr>
            <a:r>
              <a:t/>
            </a:r>
            <a:endParaRPr/>
          </a:p>
        </p:txBody>
      </p:sp>
      <p:sp>
        <p:nvSpPr>
          <p:cNvPr id="524" name="Google Shape;524;g1bbddf71bfd_0_0"/>
          <p:cNvSpPr txBox="1"/>
          <p:nvPr>
            <p:ph idx="4" type="title"/>
          </p:nvPr>
        </p:nvSpPr>
        <p:spPr>
          <a:xfrm>
            <a:off x="3327300" y="1330575"/>
            <a:ext cx="1275300" cy="593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02</a:t>
            </a:r>
            <a:endParaRPr/>
          </a:p>
        </p:txBody>
      </p:sp>
      <p:sp>
        <p:nvSpPr>
          <p:cNvPr id="525" name="Google Shape;525;g1bbddf71bfd_0_0"/>
          <p:cNvSpPr txBox="1"/>
          <p:nvPr>
            <p:ph idx="6" type="title"/>
          </p:nvPr>
        </p:nvSpPr>
        <p:spPr>
          <a:xfrm>
            <a:off x="5924400" y="3935475"/>
            <a:ext cx="3056400" cy="527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3600"/>
              <a:buFont typeface="Arial"/>
              <a:buNone/>
            </a:pPr>
            <a:r>
              <a:rPr lang="en"/>
              <a:t>Work Plan and Future Work</a:t>
            </a:r>
            <a:endParaRPr/>
          </a:p>
        </p:txBody>
      </p:sp>
      <p:sp>
        <p:nvSpPr>
          <p:cNvPr id="526" name="Google Shape;526;g1bbddf71bfd_0_0"/>
          <p:cNvSpPr txBox="1"/>
          <p:nvPr>
            <p:ph idx="7" type="title"/>
          </p:nvPr>
        </p:nvSpPr>
        <p:spPr>
          <a:xfrm>
            <a:off x="6087600" y="1330575"/>
            <a:ext cx="1275300" cy="593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03</a:t>
            </a:r>
            <a:endParaRPr/>
          </a:p>
        </p:txBody>
      </p:sp>
      <p:sp>
        <p:nvSpPr>
          <p:cNvPr id="527" name="Google Shape;527;g1bbddf71bfd_0_0"/>
          <p:cNvSpPr txBox="1"/>
          <p:nvPr>
            <p:ph idx="9" type="title"/>
          </p:nvPr>
        </p:nvSpPr>
        <p:spPr>
          <a:xfrm>
            <a:off x="3396775" y="1923975"/>
            <a:ext cx="1944900" cy="527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3600"/>
              <a:buFont typeface="Arial"/>
              <a:buNone/>
            </a:pPr>
            <a:r>
              <a:rPr lang="en"/>
              <a:t>Monitoring </a:t>
            </a:r>
            <a:endParaRPr/>
          </a:p>
        </p:txBody>
      </p:sp>
      <p:sp>
        <p:nvSpPr>
          <p:cNvPr id="528" name="Google Shape;528;g1bbddf71bfd_0_0"/>
          <p:cNvSpPr txBox="1"/>
          <p:nvPr>
            <p:ph idx="13" type="title"/>
          </p:nvPr>
        </p:nvSpPr>
        <p:spPr>
          <a:xfrm>
            <a:off x="720000" y="3119975"/>
            <a:ext cx="1275300" cy="593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04</a:t>
            </a:r>
            <a:endParaRPr/>
          </a:p>
        </p:txBody>
      </p:sp>
      <p:sp>
        <p:nvSpPr>
          <p:cNvPr id="529" name="Google Shape;529;g1bbddf71bfd_0_0"/>
          <p:cNvSpPr txBox="1"/>
          <p:nvPr>
            <p:ph idx="15" type="title"/>
          </p:nvPr>
        </p:nvSpPr>
        <p:spPr>
          <a:xfrm>
            <a:off x="3273450" y="3831488"/>
            <a:ext cx="2597100" cy="527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3600"/>
              <a:buFont typeface="Arial"/>
              <a:buNone/>
            </a:pPr>
            <a:r>
              <a:rPr lang="en"/>
              <a:t>Software Layers</a:t>
            </a:r>
            <a:endParaRPr/>
          </a:p>
        </p:txBody>
      </p:sp>
      <p:sp>
        <p:nvSpPr>
          <p:cNvPr id="530" name="Google Shape;530;g1bbddf71bfd_0_0"/>
          <p:cNvSpPr txBox="1"/>
          <p:nvPr>
            <p:ph idx="16" type="title"/>
          </p:nvPr>
        </p:nvSpPr>
        <p:spPr>
          <a:xfrm>
            <a:off x="3343475" y="3119975"/>
            <a:ext cx="1275300" cy="593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05</a:t>
            </a:r>
            <a:endParaRPr/>
          </a:p>
        </p:txBody>
      </p:sp>
      <p:sp>
        <p:nvSpPr>
          <p:cNvPr id="531" name="Google Shape;531;g1bbddf71bfd_0_0"/>
          <p:cNvSpPr txBox="1"/>
          <p:nvPr>
            <p:ph idx="21"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a:t>Table of contents</a:t>
            </a:r>
            <a:endParaRPr/>
          </a:p>
        </p:txBody>
      </p:sp>
      <p:sp>
        <p:nvSpPr>
          <p:cNvPr id="532" name="Google Shape;532;g1bbddf71bfd_0_0"/>
          <p:cNvSpPr/>
          <p:nvPr/>
        </p:nvSpPr>
        <p:spPr>
          <a:xfrm>
            <a:off x="2304375" y="-797750"/>
            <a:ext cx="2028900" cy="220800"/>
          </a:xfrm>
          <a:prstGeom prst="rect">
            <a:avLst/>
          </a:prstGeom>
          <a:solidFill>
            <a:srgbClr val="FF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g1bbddf71bfd_0_0"/>
          <p:cNvSpPr txBox="1"/>
          <p:nvPr>
            <p:ph idx="9" type="title"/>
          </p:nvPr>
        </p:nvSpPr>
        <p:spPr>
          <a:xfrm>
            <a:off x="6087600" y="1923975"/>
            <a:ext cx="2764500" cy="527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3600"/>
              <a:buFont typeface="Arial"/>
              <a:buNone/>
            </a:pPr>
            <a:r>
              <a:rPr lang="en"/>
              <a:t>Mobile Application</a:t>
            </a:r>
            <a:endParaRPr/>
          </a:p>
        </p:txBody>
      </p:sp>
      <p:sp>
        <p:nvSpPr>
          <p:cNvPr id="534" name="Google Shape;534;g1bbddf71bfd_0_0"/>
          <p:cNvSpPr txBox="1"/>
          <p:nvPr>
            <p:ph idx="16" type="title"/>
          </p:nvPr>
        </p:nvSpPr>
        <p:spPr>
          <a:xfrm>
            <a:off x="6306600" y="3037350"/>
            <a:ext cx="1275300" cy="593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g1bbaa8f0957_4_18"/>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SzPts val="2400"/>
              <a:buNone/>
            </a:pPr>
            <a:r>
              <a:rPr lang="en"/>
              <a:t>Problem Statement</a:t>
            </a:r>
            <a:endParaRPr/>
          </a:p>
        </p:txBody>
      </p:sp>
      <p:sp>
        <p:nvSpPr>
          <p:cNvPr id="540" name="Google Shape;540;g1bbaa8f0957_4_18"/>
          <p:cNvSpPr txBox="1"/>
          <p:nvPr>
            <p:ph idx="2" type="title"/>
          </p:nvPr>
        </p:nvSpPr>
        <p:spPr>
          <a:xfrm>
            <a:off x="2996550" y="1502600"/>
            <a:ext cx="31509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4" name="Shape 544"/>
        <p:cNvGrpSpPr/>
        <p:nvPr/>
      </p:nvGrpSpPr>
      <p:grpSpPr>
        <a:xfrm>
          <a:off x="0" y="0"/>
          <a:ext cx="0" cy="0"/>
          <a:chOff x="0" y="0"/>
          <a:chExt cx="0" cy="0"/>
        </a:xfrm>
      </p:grpSpPr>
      <p:sp>
        <p:nvSpPr>
          <p:cNvPr id="545" name="Google Shape;545;g1bbaa8f0957_4_181"/>
          <p:cNvSpPr txBox="1"/>
          <p:nvPr>
            <p:ph type="title"/>
          </p:nvPr>
        </p:nvSpPr>
        <p:spPr>
          <a:xfrm>
            <a:off x="-144125" y="838425"/>
            <a:ext cx="5169300" cy="552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en" sz="2500">
                <a:latin typeface="Anaheim"/>
                <a:ea typeface="Anaheim"/>
                <a:cs typeface="Anaheim"/>
                <a:sym typeface="Anaheim"/>
              </a:rPr>
              <a:t>“</a:t>
            </a:r>
            <a:r>
              <a:rPr i="1" lang="en" sz="2500">
                <a:latin typeface="Anaheim"/>
                <a:ea typeface="Anaheim"/>
                <a:cs typeface="Anaheim"/>
                <a:sym typeface="Anaheim"/>
              </a:rPr>
              <a:t>We never know the worth of water until the well is dry.”</a:t>
            </a:r>
            <a:endParaRPr/>
          </a:p>
        </p:txBody>
      </p:sp>
      <p:sp>
        <p:nvSpPr>
          <p:cNvPr id="546" name="Google Shape;546;g1bbaa8f0957_4_181"/>
          <p:cNvSpPr txBox="1"/>
          <p:nvPr/>
        </p:nvSpPr>
        <p:spPr>
          <a:xfrm>
            <a:off x="695650" y="1702175"/>
            <a:ext cx="30000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1" i="0" lang="en" sz="2200" u="none" cap="none" strike="noStrike">
                <a:solidFill>
                  <a:srgbClr val="191919"/>
                </a:solidFill>
                <a:latin typeface="Comfortaa"/>
                <a:ea typeface="Comfortaa"/>
                <a:cs typeface="Comfortaa"/>
                <a:sym typeface="Comfortaa"/>
              </a:rPr>
              <a:t>—</a:t>
            </a:r>
            <a:r>
              <a:rPr b="1" i="1" lang="en" sz="2200" u="none" cap="none" strike="noStrike">
                <a:solidFill>
                  <a:srgbClr val="191919"/>
                </a:solidFill>
                <a:latin typeface="Comfortaa"/>
                <a:ea typeface="Comfortaa"/>
                <a:cs typeface="Comfortaa"/>
                <a:sym typeface="Comfortaa"/>
              </a:rPr>
              <a:t>Thomas Fuller</a:t>
            </a:r>
            <a:endParaRPr b="1" i="0" sz="2200" u="none" cap="none" strike="noStrike">
              <a:solidFill>
                <a:srgbClr val="191919"/>
              </a:solidFill>
              <a:latin typeface="Comfortaa"/>
              <a:ea typeface="Comfortaa"/>
              <a:cs typeface="Comfortaa"/>
              <a:sym typeface="Comforta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g1bbaa8f0957_4_44"/>
          <p:cNvSpPr txBox="1"/>
          <p:nvPr>
            <p:ph type="title"/>
          </p:nvPr>
        </p:nvSpPr>
        <p:spPr>
          <a:xfrm>
            <a:off x="681900" y="1330850"/>
            <a:ext cx="73722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500"/>
              <a:buNone/>
            </a:pPr>
            <a:r>
              <a:rPr b="1" lang="en" sz="2400"/>
              <a:t>How is water quality traditionally monitored?</a:t>
            </a:r>
            <a:endParaRPr/>
          </a:p>
        </p:txBody>
      </p:sp>
      <p:sp>
        <p:nvSpPr>
          <p:cNvPr id="552" name="Google Shape;552;g1bbaa8f0957_4_44"/>
          <p:cNvSpPr txBox="1"/>
          <p:nvPr/>
        </p:nvSpPr>
        <p:spPr>
          <a:xfrm>
            <a:off x="681900" y="1903550"/>
            <a:ext cx="81438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naheim"/>
                <a:ea typeface="Anaheim"/>
                <a:cs typeface="Anaheim"/>
                <a:sym typeface="Anaheim"/>
              </a:rPr>
              <a:t>Traditionally, water quality monitoring relies on </a:t>
            </a:r>
            <a:r>
              <a:rPr b="1" i="0" lang="en" sz="1800" u="none" cap="none" strike="noStrike">
                <a:solidFill>
                  <a:srgbClr val="46A9E7"/>
                </a:solidFill>
                <a:latin typeface="Anaheim"/>
                <a:ea typeface="Anaheim"/>
                <a:cs typeface="Anaheim"/>
                <a:sym typeface="Anaheim"/>
              </a:rPr>
              <a:t>manual systems </a:t>
            </a:r>
            <a:r>
              <a:rPr b="0" i="0" lang="en" sz="1800" u="none" cap="none" strike="noStrike">
                <a:solidFill>
                  <a:srgbClr val="000000"/>
                </a:solidFill>
                <a:latin typeface="Anaheim"/>
                <a:ea typeface="Anaheim"/>
                <a:cs typeface="Anaheim"/>
                <a:sym typeface="Anaheim"/>
              </a:rPr>
              <a:t>of data collection sampling. Sensors are placed at stations to record data, with a sample taken from each and sent to a laboratory for analysis. It is time consuming, costly and inefficient, creating difficult conditions to compare or assess the various water quality parameters.</a:t>
            </a:r>
            <a:endParaRPr b="0" i="0" sz="1600" u="none" cap="none" strike="noStrike">
              <a:solidFill>
                <a:srgbClr val="000000"/>
              </a:solidFill>
              <a:latin typeface="Anaheim"/>
              <a:ea typeface="Anaheim"/>
              <a:cs typeface="Anaheim"/>
              <a:sym typeface="Anahei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g1bbaa8f0957_4_49"/>
          <p:cNvSpPr txBox="1"/>
          <p:nvPr>
            <p:ph type="title"/>
          </p:nvPr>
        </p:nvSpPr>
        <p:spPr>
          <a:xfrm>
            <a:off x="224700" y="507511"/>
            <a:ext cx="83289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500"/>
              <a:buNone/>
            </a:pPr>
            <a:r>
              <a:rPr b="1" lang="en" sz="2400"/>
              <a:t>How is water quality traditionally monitored?(cont.)</a:t>
            </a:r>
            <a:endParaRPr b="1" sz="2400"/>
          </a:p>
        </p:txBody>
      </p:sp>
      <p:sp>
        <p:nvSpPr>
          <p:cNvPr id="558" name="Google Shape;558;g1bbaa8f0957_4_49"/>
          <p:cNvSpPr txBox="1"/>
          <p:nvPr/>
        </p:nvSpPr>
        <p:spPr>
          <a:xfrm>
            <a:off x="409575" y="1163163"/>
            <a:ext cx="8143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naheim"/>
                <a:ea typeface="Anaheim"/>
                <a:cs typeface="Anaheim"/>
                <a:sym typeface="Anaheim"/>
              </a:rPr>
              <a:t>Another way to monitor called regional approach used to monitor individual lakes and rivers instead of building station, this way takes  sample of water and send to laboratory, this way still slow and can’t recognize the emergency quickly.</a:t>
            </a:r>
            <a:endParaRPr b="0" i="0" sz="1600" u="none" cap="none" strike="noStrike">
              <a:solidFill>
                <a:srgbClr val="000000"/>
              </a:solidFill>
              <a:latin typeface="Anaheim"/>
              <a:ea typeface="Anaheim"/>
              <a:cs typeface="Anaheim"/>
              <a:sym typeface="Anaheim"/>
            </a:endParaRPr>
          </a:p>
        </p:txBody>
      </p:sp>
      <p:pic>
        <p:nvPicPr>
          <p:cNvPr id="559" name="Google Shape;559;g1bbaa8f0957_4_49"/>
          <p:cNvPicPr preferRelativeResize="0"/>
          <p:nvPr/>
        </p:nvPicPr>
        <p:blipFill rotWithShape="1">
          <a:blip r:embed="rId3">
            <a:alphaModFix/>
          </a:blip>
          <a:srcRect b="0" l="0" r="0" t="0"/>
          <a:stretch/>
        </p:blipFill>
        <p:spPr>
          <a:xfrm>
            <a:off x="5212175" y="1835374"/>
            <a:ext cx="4008225" cy="2996574"/>
          </a:xfrm>
          <a:prstGeom prst="rect">
            <a:avLst/>
          </a:prstGeom>
          <a:noFill/>
          <a:ln>
            <a:noFill/>
          </a:ln>
        </p:spPr>
      </p:pic>
      <p:sp>
        <p:nvSpPr>
          <p:cNvPr id="560" name="Google Shape;560;g1bbaa8f0957_4_49"/>
          <p:cNvSpPr txBox="1"/>
          <p:nvPr/>
        </p:nvSpPr>
        <p:spPr>
          <a:xfrm>
            <a:off x="5094726" y="4831941"/>
            <a:ext cx="4800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46A9E7"/>
                </a:solidFill>
                <a:latin typeface="Anaheim"/>
                <a:ea typeface="Anaheim"/>
                <a:cs typeface="Anaheim"/>
                <a:sym typeface="Anaheim"/>
              </a:rPr>
              <a:t>Fig(1): Edward and Chancy monitor plankton on Madison’s Lake</a:t>
            </a:r>
            <a:endParaRPr b="0" i="0" sz="1200" u="none" cap="none" strike="noStrike">
              <a:solidFill>
                <a:srgbClr val="46A9E7"/>
              </a:solidFill>
              <a:latin typeface="Anaheim"/>
              <a:ea typeface="Anaheim"/>
              <a:cs typeface="Anaheim"/>
              <a:sym typeface="Anahei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1bbaa8f0957_4_56"/>
          <p:cNvSpPr/>
          <p:nvPr/>
        </p:nvSpPr>
        <p:spPr>
          <a:xfrm>
            <a:off x="6817547" y="3051479"/>
            <a:ext cx="2708879" cy="2576444"/>
          </a:xfrm>
          <a:custGeom>
            <a:rect b="b" l="l" r="r" t="t"/>
            <a:pathLst>
              <a:path extrusionOk="0" h="132465" w="139274">
                <a:moveTo>
                  <a:pt x="0" y="130701"/>
                </a:moveTo>
                <a:cubicBezTo>
                  <a:pt x="2553" y="101066"/>
                  <a:pt x="29150" y="108178"/>
                  <a:pt x="40548" y="99637"/>
                </a:cubicBezTo>
                <a:cubicBezTo>
                  <a:pt x="55624" y="88300"/>
                  <a:pt x="52402" y="65320"/>
                  <a:pt x="69394" y="55837"/>
                </a:cubicBezTo>
                <a:cubicBezTo>
                  <a:pt x="75473" y="52433"/>
                  <a:pt x="82798" y="51764"/>
                  <a:pt x="89759" y="50427"/>
                </a:cubicBezTo>
                <a:cubicBezTo>
                  <a:pt x="96689" y="49089"/>
                  <a:pt x="104045" y="46627"/>
                  <a:pt x="107844" y="41004"/>
                </a:cubicBezTo>
                <a:cubicBezTo>
                  <a:pt x="110580" y="36961"/>
                  <a:pt x="111066" y="31946"/>
                  <a:pt x="111461" y="27174"/>
                </a:cubicBezTo>
                <a:cubicBezTo>
                  <a:pt x="111826" y="22402"/>
                  <a:pt x="112252" y="17356"/>
                  <a:pt x="114957" y="13314"/>
                </a:cubicBezTo>
                <a:cubicBezTo>
                  <a:pt x="117632" y="9241"/>
                  <a:pt x="127358" y="0"/>
                  <a:pt x="137237" y="4803"/>
                </a:cubicBezTo>
                <a:cubicBezTo>
                  <a:pt x="138118" y="5198"/>
                  <a:pt x="139273" y="132464"/>
                  <a:pt x="139273" y="132464"/>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g1bbaa8f0957_4_56"/>
          <p:cNvSpPr txBox="1"/>
          <p:nvPr/>
        </p:nvSpPr>
        <p:spPr>
          <a:xfrm>
            <a:off x="1309439" y="222329"/>
            <a:ext cx="6153300" cy="324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9900" u="none" cap="none" strike="noStrike">
                <a:solidFill>
                  <a:srgbClr val="46A9E7"/>
                </a:solidFill>
                <a:latin typeface="Anaheim"/>
                <a:ea typeface="Anaheim"/>
                <a:cs typeface="Anaheim"/>
                <a:sym typeface="Anaheim"/>
              </a:rPr>
              <a:t>SO</a:t>
            </a:r>
            <a:endParaRPr b="0" i="0" sz="23900" u="none" cap="none" strike="noStrike">
              <a:solidFill>
                <a:srgbClr val="46A9E7"/>
              </a:solidFill>
              <a:latin typeface="Anaheim"/>
              <a:ea typeface="Anaheim"/>
              <a:cs typeface="Anaheim"/>
              <a:sym typeface="Anaheim"/>
            </a:endParaRPr>
          </a:p>
        </p:txBody>
      </p:sp>
      <p:sp>
        <p:nvSpPr>
          <p:cNvPr id="567" name="Google Shape;567;g1bbaa8f0957_4_56"/>
          <p:cNvSpPr/>
          <p:nvPr/>
        </p:nvSpPr>
        <p:spPr>
          <a:xfrm rot="-10377698">
            <a:off x="-814782" y="4251609"/>
            <a:ext cx="3374900" cy="1351842"/>
          </a:xfrm>
          <a:custGeom>
            <a:rect b="b" l="l" r="r" t="t"/>
            <a:pathLst>
              <a:path extrusionOk="0" h="65929" w="164593">
                <a:moveTo>
                  <a:pt x="0" y="1"/>
                </a:moveTo>
                <a:cubicBezTo>
                  <a:pt x="1216" y="4074"/>
                  <a:pt x="6353" y="12736"/>
                  <a:pt x="13374" y="15593"/>
                </a:cubicBezTo>
                <a:cubicBezTo>
                  <a:pt x="21855" y="18998"/>
                  <a:pt x="40427" y="17964"/>
                  <a:pt x="53649" y="29819"/>
                </a:cubicBezTo>
                <a:cubicBezTo>
                  <a:pt x="57630" y="33405"/>
                  <a:pt x="60761" y="37843"/>
                  <a:pt x="63862" y="42190"/>
                </a:cubicBezTo>
                <a:cubicBezTo>
                  <a:pt x="66992" y="46536"/>
                  <a:pt x="70275" y="50883"/>
                  <a:pt x="74591" y="54074"/>
                </a:cubicBezTo>
                <a:cubicBezTo>
                  <a:pt x="90731" y="65929"/>
                  <a:pt x="107206" y="53892"/>
                  <a:pt x="122829" y="48178"/>
                </a:cubicBezTo>
                <a:cubicBezTo>
                  <a:pt x="131766" y="44956"/>
                  <a:pt x="140915" y="44257"/>
                  <a:pt x="149790" y="48208"/>
                </a:cubicBezTo>
                <a:cubicBezTo>
                  <a:pt x="157663" y="51764"/>
                  <a:pt x="160611" y="57843"/>
                  <a:pt x="163803" y="65199"/>
                </a:cubicBezTo>
                <a:lnTo>
                  <a:pt x="164593" y="711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g1bbaa8f0957_4_56"/>
          <p:cNvSpPr/>
          <p:nvPr/>
        </p:nvSpPr>
        <p:spPr>
          <a:xfrm flipH="1" rot="-5400000">
            <a:off x="7497023" y="3481501"/>
            <a:ext cx="2030923" cy="2375515"/>
          </a:xfrm>
          <a:custGeom>
            <a:rect b="b" l="l" r="r" t="t"/>
            <a:pathLst>
              <a:path extrusionOk="0" h="110003" w="94046">
                <a:moveTo>
                  <a:pt x="94045" y="5138"/>
                </a:moveTo>
                <a:cubicBezTo>
                  <a:pt x="80367" y="1"/>
                  <a:pt x="69577" y="12159"/>
                  <a:pt x="71978" y="25412"/>
                </a:cubicBezTo>
                <a:cubicBezTo>
                  <a:pt x="74014" y="36932"/>
                  <a:pt x="73163" y="45807"/>
                  <a:pt x="70732" y="53558"/>
                </a:cubicBezTo>
                <a:cubicBezTo>
                  <a:pt x="67874" y="62707"/>
                  <a:pt x="61856" y="72403"/>
                  <a:pt x="52859" y="75777"/>
                </a:cubicBezTo>
                <a:cubicBezTo>
                  <a:pt x="46263" y="78270"/>
                  <a:pt x="38968" y="77449"/>
                  <a:pt x="31886" y="77327"/>
                </a:cubicBezTo>
                <a:cubicBezTo>
                  <a:pt x="24804" y="77206"/>
                  <a:pt x="17114" y="78178"/>
                  <a:pt x="12159" y="83194"/>
                </a:cubicBezTo>
                <a:cubicBezTo>
                  <a:pt x="6050" y="89364"/>
                  <a:pt x="6293" y="99395"/>
                  <a:pt x="2068" y="107054"/>
                </a:cubicBezTo>
                <a:cubicBezTo>
                  <a:pt x="1460" y="108118"/>
                  <a:pt x="761" y="109091"/>
                  <a:pt x="1" y="110003"/>
                </a:cubicBezTo>
                <a:lnTo>
                  <a:pt x="94045" y="110003"/>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g1bbaa8f0957_4_56"/>
          <p:cNvSpPr txBox="1"/>
          <p:nvPr/>
        </p:nvSpPr>
        <p:spPr>
          <a:xfrm>
            <a:off x="2942730" y="2673944"/>
            <a:ext cx="28866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4000" u="none" cap="none" strike="noStrike">
                <a:solidFill>
                  <a:srgbClr val="46A9E7"/>
                </a:solidFill>
                <a:latin typeface="Anaheim"/>
                <a:ea typeface="Anaheim"/>
                <a:cs typeface="Anaheim"/>
                <a:sym typeface="Anaheim"/>
              </a:rPr>
              <a:t>WHAT IS THE </a:t>
            </a:r>
            <a:endParaRPr b="0" i="0" sz="4400" u="none" cap="none" strike="noStrike">
              <a:solidFill>
                <a:srgbClr val="46A9E7"/>
              </a:solidFill>
              <a:latin typeface="Anaheim"/>
              <a:ea typeface="Anaheim"/>
              <a:cs typeface="Anaheim"/>
              <a:sym typeface="Anaheim"/>
            </a:endParaRPr>
          </a:p>
        </p:txBody>
      </p:sp>
      <p:sp>
        <p:nvSpPr>
          <p:cNvPr id="570" name="Google Shape;570;g1bbaa8f0957_4_56"/>
          <p:cNvSpPr txBox="1"/>
          <p:nvPr/>
        </p:nvSpPr>
        <p:spPr>
          <a:xfrm>
            <a:off x="2942730" y="3094094"/>
            <a:ext cx="2886600" cy="1015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5400" u="none" cap="none" strike="noStrike">
                <a:solidFill>
                  <a:schemeClr val="accent1"/>
                </a:solidFill>
                <a:latin typeface="Anaheim"/>
                <a:ea typeface="Anaheim"/>
                <a:cs typeface="Anaheim"/>
                <a:sym typeface="Anaheim"/>
              </a:rPr>
              <a:t>SOLUTION</a:t>
            </a:r>
            <a:endParaRPr b="0" i="0" sz="5800" u="none" cap="none" strike="noStrike">
              <a:solidFill>
                <a:srgbClr val="46A9E7"/>
              </a:solidFill>
              <a:latin typeface="Anaheim"/>
              <a:ea typeface="Anaheim"/>
              <a:cs typeface="Anaheim"/>
              <a:sym typeface="Anahei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g1bbaa8f0957_4_188"/>
          <p:cNvSpPr txBox="1"/>
          <p:nvPr>
            <p:ph type="title"/>
          </p:nvPr>
        </p:nvSpPr>
        <p:spPr>
          <a:xfrm>
            <a:off x="781550" y="2653625"/>
            <a:ext cx="45522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4500"/>
              <a:t>Project Idea</a:t>
            </a:r>
            <a:endParaRPr sz="4500"/>
          </a:p>
        </p:txBody>
      </p:sp>
      <p:pic>
        <p:nvPicPr>
          <p:cNvPr id="576" name="Google Shape;576;g1bbaa8f0957_4_188"/>
          <p:cNvPicPr preferRelativeResize="0"/>
          <p:nvPr/>
        </p:nvPicPr>
        <p:blipFill rotWithShape="1">
          <a:blip r:embed="rId3">
            <a:alphaModFix/>
          </a:blip>
          <a:srcRect b="0" l="26495" r="26919" t="0"/>
          <a:stretch/>
        </p:blipFill>
        <p:spPr>
          <a:xfrm>
            <a:off x="5548897" y="0"/>
            <a:ext cx="3595100" cy="5143500"/>
          </a:xfrm>
          <a:prstGeom prst="rect">
            <a:avLst/>
          </a:prstGeom>
          <a:noFill/>
          <a:ln>
            <a:noFill/>
          </a:ln>
        </p:spPr>
      </p:pic>
      <p:sp>
        <p:nvSpPr>
          <p:cNvPr id="577" name="Google Shape;577;g1bbaa8f0957_4_188"/>
          <p:cNvSpPr/>
          <p:nvPr/>
        </p:nvSpPr>
        <p:spPr>
          <a:xfrm flipH="1">
            <a:off x="6761925" y="-156750"/>
            <a:ext cx="2753875" cy="3251575"/>
          </a:xfrm>
          <a:custGeom>
            <a:rect b="b" l="l" r="r" t="t"/>
            <a:pathLst>
              <a:path extrusionOk="0" h="130063" w="110155">
                <a:moveTo>
                  <a:pt x="0" y="0"/>
                </a:moveTo>
                <a:lnTo>
                  <a:pt x="0" y="130063"/>
                </a:lnTo>
                <a:cubicBezTo>
                  <a:pt x="730" y="129242"/>
                  <a:pt x="1338" y="128391"/>
                  <a:pt x="1763" y="127601"/>
                </a:cubicBezTo>
                <a:cubicBezTo>
                  <a:pt x="4134" y="123042"/>
                  <a:pt x="4164" y="117692"/>
                  <a:pt x="4164" y="112555"/>
                </a:cubicBezTo>
                <a:cubicBezTo>
                  <a:pt x="4164" y="107418"/>
                  <a:pt x="4225" y="102069"/>
                  <a:pt x="6657" y="97540"/>
                </a:cubicBezTo>
                <a:cubicBezTo>
                  <a:pt x="10031" y="91278"/>
                  <a:pt x="17143" y="88056"/>
                  <a:pt x="23952" y="86020"/>
                </a:cubicBezTo>
                <a:cubicBezTo>
                  <a:pt x="30791" y="84014"/>
                  <a:pt x="38056" y="82676"/>
                  <a:pt x="43831" y="78573"/>
                </a:cubicBezTo>
                <a:cubicBezTo>
                  <a:pt x="60032" y="67023"/>
                  <a:pt x="54986" y="42828"/>
                  <a:pt x="69150" y="29545"/>
                </a:cubicBezTo>
                <a:cubicBezTo>
                  <a:pt x="79880" y="19453"/>
                  <a:pt x="103862" y="18025"/>
                  <a:pt x="110154" y="237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g1bbaa8f0957_4_188"/>
          <p:cNvSpPr/>
          <p:nvPr/>
        </p:nvSpPr>
        <p:spPr>
          <a:xfrm rot="10800000">
            <a:off x="7464700" y="-106825"/>
            <a:ext cx="2299450" cy="2113275"/>
          </a:xfrm>
          <a:custGeom>
            <a:rect b="b" l="l" r="r" t="t"/>
            <a:pathLst>
              <a:path extrusionOk="0" h="84531" w="91978">
                <a:moveTo>
                  <a:pt x="0" y="84531"/>
                </a:moveTo>
                <a:lnTo>
                  <a:pt x="91978" y="84531"/>
                </a:lnTo>
                <a:cubicBezTo>
                  <a:pt x="91430" y="70214"/>
                  <a:pt x="82251" y="55928"/>
                  <a:pt x="60579" y="53649"/>
                </a:cubicBezTo>
                <a:cubicBezTo>
                  <a:pt x="36718" y="51126"/>
                  <a:pt x="35198" y="39272"/>
                  <a:pt x="27539" y="20578"/>
                </a:cubicBezTo>
                <a:cubicBezTo>
                  <a:pt x="20426" y="3253"/>
                  <a:pt x="5988" y="396"/>
                  <a:pt x="31" y="0"/>
                </a:cubicBezTo>
                <a:lnTo>
                  <a:pt x="31" y="8453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g1bbaa8f0957_4_188"/>
          <p:cNvSpPr txBox="1"/>
          <p:nvPr>
            <p:ph idx="4294967295" type="title"/>
          </p:nvPr>
        </p:nvSpPr>
        <p:spPr>
          <a:xfrm>
            <a:off x="1088825" y="1544775"/>
            <a:ext cx="31509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sz="6000"/>
              <a:t>01</a:t>
            </a:r>
            <a:endParaRPr sz="6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g1bb830efa19_1_13"/>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b="1" lang="en" sz="2900">
                <a:solidFill>
                  <a:srgbClr val="1F497D"/>
                </a:solidFill>
                <a:latin typeface="Times New Roman"/>
                <a:ea typeface="Times New Roman"/>
                <a:cs typeface="Times New Roman"/>
                <a:sym typeface="Times New Roman"/>
              </a:rPr>
              <a:t>  </a:t>
            </a:r>
            <a:r>
              <a:rPr b="1" lang="en" sz="2900">
                <a:latin typeface="Times New Roman"/>
                <a:ea typeface="Times New Roman"/>
                <a:cs typeface="Times New Roman"/>
                <a:sym typeface="Times New Roman"/>
              </a:rPr>
              <a:t> Main Feachers  </a:t>
            </a:r>
            <a:endParaRPr sz="3000" u="sng"/>
          </a:p>
        </p:txBody>
      </p:sp>
      <p:pic>
        <p:nvPicPr>
          <p:cNvPr id="585" name="Google Shape;585;g1bb830efa19_1_13"/>
          <p:cNvPicPr preferRelativeResize="0"/>
          <p:nvPr/>
        </p:nvPicPr>
        <p:blipFill rotWithShape="1">
          <a:blip r:embed="rId3">
            <a:alphaModFix/>
          </a:blip>
          <a:srcRect b="0" l="0" r="0" t="0"/>
          <a:stretch/>
        </p:blipFill>
        <p:spPr>
          <a:xfrm>
            <a:off x="373700" y="1383875"/>
            <a:ext cx="3810000" cy="2857500"/>
          </a:xfrm>
          <a:prstGeom prst="rect">
            <a:avLst/>
          </a:prstGeom>
          <a:noFill/>
          <a:ln>
            <a:noFill/>
          </a:ln>
        </p:spPr>
      </p:pic>
      <p:pic>
        <p:nvPicPr>
          <p:cNvPr id="586" name="Google Shape;586;g1bb830efa19_1_13"/>
          <p:cNvPicPr preferRelativeResize="0"/>
          <p:nvPr/>
        </p:nvPicPr>
        <p:blipFill rotWithShape="1">
          <a:blip r:embed="rId4">
            <a:alphaModFix/>
          </a:blip>
          <a:srcRect b="0" l="0" r="0" t="0"/>
          <a:stretch/>
        </p:blipFill>
        <p:spPr>
          <a:xfrm>
            <a:off x="5249000" y="1344700"/>
            <a:ext cx="3468575" cy="2935876"/>
          </a:xfrm>
          <a:prstGeom prst="rect">
            <a:avLst/>
          </a:prstGeom>
          <a:noFill/>
          <a:ln>
            <a:noFill/>
          </a:ln>
        </p:spPr>
      </p:pic>
      <p:grpSp>
        <p:nvGrpSpPr>
          <p:cNvPr id="587" name="Google Shape;587;g1bb830efa19_1_13"/>
          <p:cNvGrpSpPr/>
          <p:nvPr/>
        </p:nvGrpSpPr>
        <p:grpSpPr>
          <a:xfrm flipH="1">
            <a:off x="3697383" y="2285368"/>
            <a:ext cx="2081740" cy="572766"/>
            <a:chOff x="238125" y="1725700"/>
            <a:chExt cx="7139025" cy="2260325"/>
          </a:xfrm>
        </p:grpSpPr>
        <p:sp>
          <p:nvSpPr>
            <p:cNvPr id="588" name="Google Shape;588;g1bb830efa19_1_13"/>
            <p:cNvSpPr/>
            <p:nvPr/>
          </p:nvSpPr>
          <p:spPr>
            <a:xfrm>
              <a:off x="238125" y="1741950"/>
              <a:ext cx="6506150" cy="2228050"/>
            </a:xfrm>
            <a:custGeom>
              <a:rect b="b" l="l" r="r" t="t"/>
              <a:pathLst>
                <a:path extrusionOk="0" h="89122" w="260246">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274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g1bb830efa19_1_13"/>
            <p:cNvSpPr/>
            <p:nvPr/>
          </p:nvSpPr>
          <p:spPr>
            <a:xfrm>
              <a:off x="2480475" y="2435950"/>
              <a:ext cx="438500" cy="841400"/>
            </a:xfrm>
            <a:custGeom>
              <a:rect b="b" l="l" r="r" t="t"/>
              <a:pathLst>
                <a:path extrusionOk="0" h="33656" w="1754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g1bb830efa19_1_13"/>
            <p:cNvSpPr/>
            <p:nvPr/>
          </p:nvSpPr>
          <p:spPr>
            <a:xfrm>
              <a:off x="3663250" y="2219875"/>
              <a:ext cx="607450" cy="1272525"/>
            </a:xfrm>
            <a:custGeom>
              <a:rect b="b" l="l" r="r" t="t"/>
              <a:pathLst>
                <a:path extrusionOk="0" h="50901" w="24298">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g1bb830efa19_1_13"/>
            <p:cNvSpPr/>
            <p:nvPr/>
          </p:nvSpPr>
          <p:spPr>
            <a:xfrm>
              <a:off x="4999700" y="1973525"/>
              <a:ext cx="820500" cy="1764350"/>
            </a:xfrm>
            <a:custGeom>
              <a:rect b="b" l="l" r="r" t="t"/>
              <a:pathLst>
                <a:path extrusionOk="0" h="70574" w="3282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g1bb830efa19_1_13"/>
            <p:cNvSpPr/>
            <p:nvPr/>
          </p:nvSpPr>
          <p:spPr>
            <a:xfrm>
              <a:off x="6838275" y="1725700"/>
              <a:ext cx="150" cy="0"/>
            </a:xfrm>
            <a:custGeom>
              <a:rect b="b" l="l" r="r" t="t"/>
              <a:pathLst>
                <a:path extrusionOk="0" h="120000" w="6">
                  <a:moveTo>
                    <a:pt x="5" y="0"/>
                  </a:moveTo>
                  <a:lnTo>
                    <a:pt x="1" y="0"/>
                  </a:lnTo>
                  <a:close/>
                </a:path>
              </a:pathLst>
            </a:custGeom>
            <a:solidFill>
              <a:srgbClr val="E3E9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g1bb830efa19_1_13"/>
            <p:cNvSpPr/>
            <p:nvPr/>
          </p:nvSpPr>
          <p:spPr>
            <a:xfrm>
              <a:off x="6838400" y="3986000"/>
              <a:ext cx="25" cy="25"/>
            </a:xfrm>
            <a:custGeom>
              <a:rect b="b" l="l" r="r" t="t"/>
              <a:pathLst>
                <a:path extrusionOk="0" h="1" w="1">
                  <a:moveTo>
                    <a:pt x="0" y="1"/>
                  </a:moveTo>
                  <a:lnTo>
                    <a:pt x="0" y="1"/>
                  </a:lnTo>
                  <a:close/>
                </a:path>
              </a:pathLst>
            </a:custGeom>
            <a:solidFill>
              <a:srgbClr val="E3E9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g1bb830efa19_1_13"/>
            <p:cNvSpPr/>
            <p:nvPr/>
          </p:nvSpPr>
          <p:spPr>
            <a:xfrm>
              <a:off x="6744250" y="3969975"/>
              <a:ext cx="94175" cy="16050"/>
            </a:xfrm>
            <a:custGeom>
              <a:rect b="b" l="l" r="r" t="t"/>
              <a:pathLst>
                <a:path extrusionOk="0" h="642" w="3767">
                  <a:moveTo>
                    <a:pt x="1" y="0"/>
                  </a:moveTo>
                  <a:lnTo>
                    <a:pt x="1" y="0"/>
                  </a:lnTo>
                  <a:cubicBezTo>
                    <a:pt x="1190" y="425"/>
                    <a:pt x="2415" y="642"/>
                    <a:pt x="3662" y="642"/>
                  </a:cubicBezTo>
                  <a:lnTo>
                    <a:pt x="3766" y="642"/>
                  </a:lnTo>
                  <a:lnTo>
                    <a:pt x="1" y="0"/>
                  </a:lnTo>
                  <a:close/>
                </a:path>
              </a:pathLst>
            </a:custGeom>
            <a:solidFill>
              <a:srgbClr val="CFD9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g1bb830efa19_1_13"/>
            <p:cNvSpPr/>
            <p:nvPr/>
          </p:nvSpPr>
          <p:spPr>
            <a:xfrm>
              <a:off x="6744250" y="1725700"/>
              <a:ext cx="94050" cy="16175"/>
            </a:xfrm>
            <a:custGeom>
              <a:rect b="b" l="l" r="r" t="t"/>
              <a:pathLst>
                <a:path extrusionOk="0" h="647" w="3762">
                  <a:moveTo>
                    <a:pt x="3662" y="0"/>
                  </a:moveTo>
                  <a:cubicBezTo>
                    <a:pt x="2415" y="0"/>
                    <a:pt x="1194" y="222"/>
                    <a:pt x="1" y="646"/>
                  </a:cubicBezTo>
                  <a:lnTo>
                    <a:pt x="3762" y="0"/>
                  </a:lnTo>
                  <a:close/>
                </a:path>
              </a:pathLst>
            </a:custGeom>
            <a:solidFill>
              <a:srgbClr val="CFD9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g1bb830efa19_1_13"/>
            <p:cNvSpPr/>
            <p:nvPr/>
          </p:nvSpPr>
          <p:spPr>
            <a:xfrm>
              <a:off x="6294575" y="1725700"/>
              <a:ext cx="1082575" cy="2260225"/>
            </a:xfrm>
            <a:custGeom>
              <a:rect b="b" l="l" r="r" t="t"/>
              <a:pathLst>
                <a:path extrusionOk="0" h="90409" w="43303">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g1bb830efa19_1_13"/>
            <p:cNvSpPr/>
            <p:nvPr/>
          </p:nvSpPr>
          <p:spPr>
            <a:xfrm>
              <a:off x="1511625" y="2613375"/>
              <a:ext cx="292400" cy="484275"/>
            </a:xfrm>
            <a:custGeom>
              <a:rect b="b" l="l" r="r" t="t"/>
              <a:pathLst>
                <a:path extrusionOk="0" h="19371" w="11696">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g1bb830efa19_1_21"/>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b="1" lang="en" sz="2600">
                <a:solidFill>
                  <a:srgbClr val="1F497D"/>
                </a:solidFill>
                <a:latin typeface="Times New Roman"/>
                <a:ea typeface="Times New Roman"/>
                <a:cs typeface="Times New Roman"/>
                <a:sym typeface="Times New Roman"/>
              </a:rPr>
              <a:t>  </a:t>
            </a:r>
            <a:r>
              <a:rPr b="1" lang="en" sz="2600">
                <a:latin typeface="Times New Roman"/>
                <a:ea typeface="Times New Roman"/>
                <a:cs typeface="Times New Roman"/>
                <a:sym typeface="Times New Roman"/>
              </a:rPr>
              <a:t> Water Quality Monitoring </a:t>
            </a:r>
            <a:endParaRPr sz="2700" u="sng"/>
          </a:p>
        </p:txBody>
      </p:sp>
      <p:sp>
        <p:nvSpPr>
          <p:cNvPr id="603" name="Google Shape;603;g1bb830efa19_1_21"/>
          <p:cNvSpPr txBox="1"/>
          <p:nvPr/>
        </p:nvSpPr>
        <p:spPr>
          <a:xfrm>
            <a:off x="600600" y="1168875"/>
            <a:ext cx="3653400" cy="2970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Using not expensive sensors to achieve monitoring</a:t>
            </a:r>
            <a:endParaRPr b="1" i="0" sz="2000" u="none" cap="none" strike="noStrike">
              <a:solidFill>
                <a:srgbClr val="000000"/>
              </a:solidFill>
              <a:latin typeface="Anaheim"/>
              <a:ea typeface="Anaheim"/>
              <a:cs typeface="Anaheim"/>
              <a:sym typeface="Anaheim"/>
            </a:endParaRPr>
          </a:p>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Check water quality remotely</a:t>
            </a:r>
            <a:endParaRPr b="1" i="0" sz="2000" u="none" cap="none" strike="noStrike">
              <a:solidFill>
                <a:srgbClr val="000000"/>
              </a:solidFill>
              <a:latin typeface="Anaheim"/>
              <a:ea typeface="Anaheim"/>
              <a:cs typeface="Anaheim"/>
              <a:sym typeface="Anaheim"/>
            </a:endParaRPr>
          </a:p>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Achieve Real Time and Easy Information</a:t>
            </a:r>
            <a:endParaRPr b="1" i="0" sz="2000" u="none" cap="none" strike="noStrike">
              <a:solidFill>
                <a:srgbClr val="000000"/>
              </a:solidFill>
              <a:latin typeface="Anaheim"/>
              <a:ea typeface="Anaheim"/>
              <a:cs typeface="Anaheim"/>
              <a:sym typeface="Anaheim"/>
            </a:endParaRPr>
          </a:p>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Quality Classification According to User’s needs</a:t>
            </a:r>
            <a:endParaRPr b="1" i="0" sz="2000" u="none" cap="none" strike="noStrike">
              <a:solidFill>
                <a:srgbClr val="000000"/>
              </a:solidFill>
              <a:latin typeface="Anaheim"/>
              <a:ea typeface="Anaheim"/>
              <a:cs typeface="Anaheim"/>
              <a:sym typeface="Anaheim"/>
            </a:endParaRPr>
          </a:p>
        </p:txBody>
      </p:sp>
      <p:pic>
        <p:nvPicPr>
          <p:cNvPr id="604" name="Google Shape;604;g1bb830efa19_1_21"/>
          <p:cNvPicPr preferRelativeResize="0"/>
          <p:nvPr/>
        </p:nvPicPr>
        <p:blipFill rotWithShape="1">
          <a:blip r:embed="rId3">
            <a:alphaModFix/>
          </a:blip>
          <a:srcRect b="0" l="0" r="0" t="0"/>
          <a:stretch/>
        </p:blipFill>
        <p:spPr>
          <a:xfrm>
            <a:off x="4485800" y="1145750"/>
            <a:ext cx="4080126" cy="3309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g1b98169c3a9_0_0"/>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a:t>Mobile application</a:t>
            </a:r>
            <a:endParaRPr/>
          </a:p>
        </p:txBody>
      </p:sp>
      <p:sp>
        <p:nvSpPr>
          <p:cNvPr id="610" name="Google Shape;610;g1b98169c3a9_0_0"/>
          <p:cNvSpPr/>
          <p:nvPr/>
        </p:nvSpPr>
        <p:spPr>
          <a:xfrm>
            <a:off x="4460300" y="2162325"/>
            <a:ext cx="1692300" cy="4002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g1b98169c3a9_0_0"/>
          <p:cNvSpPr txBox="1"/>
          <p:nvPr/>
        </p:nvSpPr>
        <p:spPr>
          <a:xfrm>
            <a:off x="971550" y="3859525"/>
            <a:ext cx="8210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naheim"/>
              <a:ea typeface="Anaheim"/>
              <a:cs typeface="Anaheim"/>
              <a:sym typeface="Anaheim"/>
            </a:endParaRPr>
          </a:p>
        </p:txBody>
      </p:sp>
      <p:sp>
        <p:nvSpPr>
          <p:cNvPr id="612" name="Google Shape;612;g1b98169c3a9_0_0"/>
          <p:cNvSpPr txBox="1"/>
          <p:nvPr/>
        </p:nvSpPr>
        <p:spPr>
          <a:xfrm>
            <a:off x="458400" y="3707125"/>
            <a:ext cx="83820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chemeClr val="accent1"/>
                </a:solidFill>
                <a:latin typeface="Anaheim"/>
                <a:ea typeface="Anaheim"/>
                <a:cs typeface="Anaheim"/>
                <a:sym typeface="Anaheim"/>
              </a:rPr>
              <a:t>User </a:t>
            </a:r>
            <a:r>
              <a:rPr b="1" i="0" lang="en" sz="1500" u="none" cap="none" strike="noStrike">
                <a:solidFill>
                  <a:schemeClr val="accent1"/>
                </a:solidFill>
                <a:latin typeface="Arial"/>
                <a:ea typeface="Arial"/>
                <a:cs typeface="Arial"/>
                <a:sym typeface="Arial"/>
              </a:rPr>
              <a:t>who controls the Boat sends new Location to Boat by using Bluetooth module.</a:t>
            </a:r>
            <a:endParaRPr b="1" i="0" sz="1500" u="none" cap="none" strike="noStrike">
              <a:solidFill>
                <a:schemeClr val="accent1"/>
              </a:solidFill>
              <a:latin typeface="Anaheim"/>
              <a:ea typeface="Anaheim"/>
              <a:cs typeface="Anaheim"/>
              <a:sym typeface="Anaheim"/>
            </a:endParaRPr>
          </a:p>
        </p:txBody>
      </p:sp>
      <p:sp>
        <p:nvSpPr>
          <p:cNvPr id="613" name="Google Shape;613;g1b98169c3a9_0_0"/>
          <p:cNvSpPr txBox="1"/>
          <p:nvPr/>
        </p:nvSpPr>
        <p:spPr>
          <a:xfrm>
            <a:off x="4742475" y="1698575"/>
            <a:ext cx="1315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naheim"/>
                <a:ea typeface="Anaheim"/>
                <a:cs typeface="Anaheim"/>
                <a:sym typeface="Anaheim"/>
              </a:rPr>
              <a:t>Send location</a:t>
            </a:r>
            <a:endParaRPr b="0" i="0" sz="1400" u="none" cap="none" strike="noStrike">
              <a:solidFill>
                <a:srgbClr val="000000"/>
              </a:solidFill>
              <a:latin typeface="Anaheim"/>
              <a:ea typeface="Anaheim"/>
              <a:cs typeface="Anaheim"/>
              <a:sym typeface="Anaheim"/>
            </a:endParaRPr>
          </a:p>
        </p:txBody>
      </p:sp>
      <p:pic>
        <p:nvPicPr>
          <p:cNvPr id="614" name="Google Shape;614;g1b98169c3a9_0_0"/>
          <p:cNvPicPr preferRelativeResize="0"/>
          <p:nvPr/>
        </p:nvPicPr>
        <p:blipFill rotWithShape="1">
          <a:blip r:embed="rId3">
            <a:alphaModFix/>
          </a:blip>
          <a:srcRect b="0" l="1162" r="1171" t="0"/>
          <a:stretch/>
        </p:blipFill>
        <p:spPr>
          <a:xfrm>
            <a:off x="6735550" y="776225"/>
            <a:ext cx="1511975" cy="2930901"/>
          </a:xfrm>
          <a:prstGeom prst="rect">
            <a:avLst/>
          </a:prstGeom>
          <a:noFill/>
          <a:ln>
            <a:noFill/>
          </a:ln>
        </p:spPr>
      </p:pic>
      <p:pic>
        <p:nvPicPr>
          <p:cNvPr id="615" name="Google Shape;615;g1b98169c3a9_0_0"/>
          <p:cNvPicPr preferRelativeResize="0"/>
          <p:nvPr/>
        </p:nvPicPr>
        <p:blipFill>
          <a:blip r:embed="rId4">
            <a:alphaModFix/>
          </a:blip>
          <a:stretch>
            <a:fillRect/>
          </a:stretch>
        </p:blipFill>
        <p:spPr>
          <a:xfrm>
            <a:off x="1099400" y="1269750"/>
            <a:ext cx="2670619" cy="2168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g1bb830efa19_1_31"/>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b="1" lang="en" sz="2900"/>
              <a:t>Boat Control</a:t>
            </a:r>
            <a:endParaRPr b="1" sz="2900"/>
          </a:p>
        </p:txBody>
      </p:sp>
      <p:sp>
        <p:nvSpPr>
          <p:cNvPr id="621" name="Google Shape;621;g1bb830efa19_1_31"/>
          <p:cNvSpPr txBox="1"/>
          <p:nvPr/>
        </p:nvSpPr>
        <p:spPr>
          <a:xfrm>
            <a:off x="600600" y="1168875"/>
            <a:ext cx="8268300" cy="1908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Using MPU and GPS Sensors to Navigate.</a:t>
            </a:r>
            <a:endParaRPr b="1" i="0" sz="2000" u="none" cap="none" strike="noStrike">
              <a:solidFill>
                <a:srgbClr val="000000"/>
              </a:solidFill>
              <a:latin typeface="Anaheim"/>
              <a:ea typeface="Anaheim"/>
              <a:cs typeface="Anaheim"/>
              <a:sym typeface="Anaheim"/>
            </a:endParaRPr>
          </a:p>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Communicating with mobile through Bluetooth Waves.</a:t>
            </a:r>
            <a:endParaRPr b="1" i="0" sz="2000" u="none" cap="none" strike="noStrike">
              <a:solidFill>
                <a:srgbClr val="000000"/>
              </a:solidFill>
              <a:latin typeface="Anaheim"/>
              <a:ea typeface="Anaheim"/>
              <a:cs typeface="Anaheim"/>
              <a:sym typeface="Anaheim"/>
            </a:endParaRPr>
          </a:p>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Autonomous Moving by just one Click.</a:t>
            </a:r>
            <a:endParaRPr b="1" i="0" sz="2000" u="none" cap="none" strike="noStrike">
              <a:solidFill>
                <a:srgbClr val="000000"/>
              </a:solidFill>
              <a:latin typeface="Anaheim"/>
              <a:ea typeface="Anaheim"/>
              <a:cs typeface="Anaheim"/>
              <a:sym typeface="Anaheim"/>
            </a:endParaRPr>
          </a:p>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Holding Water Sensors.</a:t>
            </a:r>
            <a:endParaRPr b="1" i="0" sz="2000" u="none" cap="none" strike="noStrike">
              <a:solidFill>
                <a:srgbClr val="000000"/>
              </a:solidFill>
              <a:latin typeface="Anaheim"/>
              <a:ea typeface="Anaheim"/>
              <a:cs typeface="Anaheim"/>
              <a:sym typeface="Anaheim"/>
            </a:endParaRPr>
          </a:p>
          <a:p>
            <a:pPr indent="-355600" lvl="0" marL="457200" marR="0" rtl="0" algn="l">
              <a:lnSpc>
                <a:spcPct val="115000"/>
              </a:lnSpc>
              <a:spcBef>
                <a:spcPts val="0"/>
              </a:spcBef>
              <a:spcAft>
                <a:spcPts val="0"/>
              </a:spcAft>
              <a:buClr>
                <a:srgbClr val="000000"/>
              </a:buClr>
              <a:buSzPts val="2000"/>
              <a:buFont typeface="Anaheim"/>
              <a:buChar char="❏"/>
            </a:pPr>
            <a:r>
              <a:rPr b="1" i="0" lang="en" sz="2000" u="none" cap="none" strike="noStrike">
                <a:solidFill>
                  <a:srgbClr val="000000"/>
                </a:solidFill>
                <a:latin typeface="Anaheim"/>
                <a:ea typeface="Anaheim"/>
                <a:cs typeface="Anaheim"/>
                <a:sym typeface="Anaheim"/>
              </a:rPr>
              <a:t>Using PID Algorithm.</a:t>
            </a:r>
            <a:endParaRPr b="1" i="0" sz="2000" u="none" cap="none" strike="noStrike">
              <a:solidFill>
                <a:srgbClr val="000000"/>
              </a:solidFill>
              <a:latin typeface="Anaheim"/>
              <a:ea typeface="Anaheim"/>
              <a:cs typeface="Anaheim"/>
              <a:sym typeface="Anaheim"/>
            </a:endParaRPr>
          </a:p>
        </p:txBody>
      </p:sp>
      <p:pic>
        <p:nvPicPr>
          <p:cNvPr id="622" name="Google Shape;622;g1bb830efa19_1_31"/>
          <p:cNvPicPr preferRelativeResize="0"/>
          <p:nvPr/>
        </p:nvPicPr>
        <p:blipFill rotWithShape="1">
          <a:blip r:embed="rId3">
            <a:alphaModFix/>
          </a:blip>
          <a:srcRect b="35697" l="0" r="0" t="32715"/>
          <a:stretch/>
        </p:blipFill>
        <p:spPr>
          <a:xfrm>
            <a:off x="5127375" y="2564550"/>
            <a:ext cx="2893199" cy="16247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g1bbaa8f0957_2_169"/>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Monitoring Sensors</a:t>
            </a:r>
            <a:endParaRPr/>
          </a:p>
        </p:txBody>
      </p:sp>
      <p:sp>
        <p:nvSpPr>
          <p:cNvPr id="628" name="Google Shape;628;g1bbaa8f0957_2_169"/>
          <p:cNvSpPr txBox="1"/>
          <p:nvPr>
            <p:ph idx="2" type="title"/>
          </p:nvPr>
        </p:nvSpPr>
        <p:spPr>
          <a:xfrm>
            <a:off x="2644125" y="1842975"/>
            <a:ext cx="31509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g218f467fd32_0_196"/>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200"/>
              <a:t>Monitoring Sensors</a:t>
            </a:r>
            <a:endParaRPr sz="3200"/>
          </a:p>
        </p:txBody>
      </p:sp>
      <p:pic>
        <p:nvPicPr>
          <p:cNvPr id="634" name="Google Shape;634;g218f467fd32_0_196"/>
          <p:cNvPicPr preferRelativeResize="0"/>
          <p:nvPr/>
        </p:nvPicPr>
        <p:blipFill rotWithShape="1">
          <a:blip r:embed="rId3">
            <a:alphaModFix/>
          </a:blip>
          <a:srcRect b="0" l="0" r="0" t="0"/>
          <a:stretch/>
        </p:blipFill>
        <p:spPr>
          <a:xfrm>
            <a:off x="152400" y="1322525"/>
            <a:ext cx="8839204" cy="351755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g1bbaa8f0957_2_190"/>
          <p:cNvSpPr txBox="1"/>
          <p:nvPr>
            <p:ph type="title"/>
          </p:nvPr>
        </p:nvSpPr>
        <p:spPr>
          <a:xfrm>
            <a:off x="719950" y="443813"/>
            <a:ext cx="7704000" cy="47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200">
                <a:latin typeface="Arial"/>
                <a:ea typeface="Arial"/>
                <a:cs typeface="Arial"/>
                <a:sym typeface="Arial"/>
              </a:rPr>
              <a:t>pH Sensor</a:t>
            </a:r>
            <a:endParaRPr sz="3000">
              <a:latin typeface="Arial"/>
              <a:ea typeface="Arial"/>
              <a:cs typeface="Arial"/>
              <a:sym typeface="Arial"/>
            </a:endParaRPr>
          </a:p>
        </p:txBody>
      </p:sp>
      <p:grpSp>
        <p:nvGrpSpPr>
          <p:cNvPr id="640" name="Google Shape;640;g1bbaa8f0957_2_190"/>
          <p:cNvGrpSpPr/>
          <p:nvPr/>
        </p:nvGrpSpPr>
        <p:grpSpPr>
          <a:xfrm>
            <a:off x="67028" y="1170546"/>
            <a:ext cx="8919880" cy="3207096"/>
            <a:chOff x="67028" y="247982"/>
            <a:chExt cx="8919880" cy="3207096"/>
          </a:xfrm>
        </p:grpSpPr>
        <p:sp>
          <p:nvSpPr>
            <p:cNvPr id="641" name="Google Shape;641;g1bbaa8f0957_2_190"/>
            <p:cNvSpPr/>
            <p:nvPr/>
          </p:nvSpPr>
          <p:spPr>
            <a:xfrm>
              <a:off x="67028" y="385461"/>
              <a:ext cx="2800200" cy="2390100"/>
            </a:xfrm>
            <a:prstGeom prst="rect">
              <a:avLst/>
            </a:prstGeom>
            <a:blipFill rotWithShape="1">
              <a:blip r:embed="rId3">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g1bbaa8f0957_2_190"/>
            <p:cNvSpPr/>
            <p:nvPr/>
          </p:nvSpPr>
          <p:spPr>
            <a:xfrm>
              <a:off x="253945" y="2614995"/>
              <a:ext cx="2492100" cy="7842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g1bbaa8f0957_2_190"/>
            <p:cNvSpPr txBox="1"/>
            <p:nvPr/>
          </p:nvSpPr>
          <p:spPr>
            <a:xfrm>
              <a:off x="253945" y="2614995"/>
              <a:ext cx="2492100" cy="784200"/>
            </a:xfrm>
            <a:prstGeom prst="rect">
              <a:avLst/>
            </a:prstGeom>
            <a:noFill/>
            <a:ln>
              <a:noFill/>
            </a:ln>
          </p:spPr>
          <p:txBody>
            <a:bodyPr anchorCtr="0" anchor="t" bIns="38100" lIns="38100" spcFirstLastPara="1" rIns="38100" wrap="square" tIns="38100">
              <a:noAutofit/>
            </a:bodyPr>
            <a:lstStyle/>
            <a:p>
              <a:pPr indent="0" lvl="0" marL="0" marR="0" rtl="0" algn="l">
                <a:lnSpc>
                  <a:spcPct val="90000"/>
                </a:lnSpc>
                <a:spcBef>
                  <a:spcPts val="0"/>
                </a:spcBef>
                <a:spcAft>
                  <a:spcPts val="0"/>
                </a:spcAft>
                <a:buClr>
                  <a:srgbClr val="000000"/>
                </a:buClr>
                <a:buSzPts val="1000"/>
                <a:buFont typeface="Arial"/>
                <a:buNone/>
              </a:pPr>
              <a:r>
                <a:rPr b="0" i="0" lang="en" sz="1000" u="none" cap="none" strike="noStrike">
                  <a:solidFill>
                    <a:schemeClr val="lt1"/>
                  </a:solidFill>
                  <a:latin typeface="Arial"/>
                  <a:ea typeface="Arial"/>
                  <a:cs typeface="Arial"/>
                  <a:sym typeface="Arial"/>
                </a:rPr>
                <a:t>Role</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50"/>
                </a:spcBef>
                <a:spcAft>
                  <a:spcPts val="0"/>
                </a:spcAft>
                <a:buClr>
                  <a:srgbClr val="000000"/>
                </a:buClr>
                <a:buSzPts val="800"/>
                <a:buFont typeface="Arial"/>
                <a:buChar char="•"/>
              </a:pPr>
              <a:r>
                <a:rPr b="0" i="0" lang="en" sz="800" u="none" cap="none" strike="noStrike">
                  <a:solidFill>
                    <a:schemeClr val="lt1"/>
                  </a:solidFill>
                  <a:latin typeface="Arial"/>
                  <a:ea typeface="Arial"/>
                  <a:cs typeface="Arial"/>
                  <a:sym typeface="Arial"/>
                </a:rPr>
                <a:t>A pH sensor measures the acidity or alkalinity of the water with a value between 0-14.</a:t>
              </a:r>
              <a:endParaRPr b="0" i="0" sz="800" u="none" cap="none" strike="noStrike">
                <a:solidFill>
                  <a:schemeClr val="lt1"/>
                </a:solidFill>
                <a:latin typeface="Arial"/>
                <a:ea typeface="Arial"/>
                <a:cs typeface="Arial"/>
                <a:sym typeface="Arial"/>
              </a:endParaRPr>
            </a:p>
          </p:txBody>
        </p:sp>
        <p:sp>
          <p:nvSpPr>
            <p:cNvPr id="644" name="Google Shape;644;g1bbaa8f0957_2_190"/>
            <p:cNvSpPr/>
            <p:nvPr/>
          </p:nvSpPr>
          <p:spPr>
            <a:xfrm>
              <a:off x="3106695" y="247982"/>
              <a:ext cx="2800200" cy="2240100"/>
            </a:xfrm>
            <a:prstGeom prst="rect">
              <a:avLst/>
            </a:prstGeom>
            <a:blipFill rotWithShape="1">
              <a:blip r:embed="rId4">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g1bbaa8f0957_2_190"/>
            <p:cNvSpPr/>
            <p:nvPr/>
          </p:nvSpPr>
          <p:spPr>
            <a:xfrm>
              <a:off x="3245592" y="2525978"/>
              <a:ext cx="2652600" cy="9291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g1bbaa8f0957_2_190"/>
            <p:cNvSpPr txBox="1"/>
            <p:nvPr/>
          </p:nvSpPr>
          <p:spPr>
            <a:xfrm>
              <a:off x="3245592" y="2525978"/>
              <a:ext cx="2652600" cy="929100"/>
            </a:xfrm>
            <a:prstGeom prst="rect">
              <a:avLst/>
            </a:prstGeom>
            <a:noFill/>
            <a:ln>
              <a:noFill/>
            </a:ln>
          </p:spPr>
          <p:txBody>
            <a:bodyPr anchorCtr="0" anchor="t" bIns="38100" lIns="38100" spcFirstLastPara="1" rIns="38100" wrap="square" tIns="38100">
              <a:noAutofit/>
            </a:bodyPr>
            <a:lstStyle/>
            <a:p>
              <a:pPr indent="0" lvl="0" marL="0" marR="0" rtl="0" algn="l">
                <a:lnSpc>
                  <a:spcPct val="90000"/>
                </a:lnSpc>
                <a:spcBef>
                  <a:spcPts val="0"/>
                </a:spcBef>
                <a:spcAft>
                  <a:spcPts val="0"/>
                </a:spcAft>
                <a:buClr>
                  <a:srgbClr val="000000"/>
                </a:buClr>
                <a:buSzPts val="1000"/>
                <a:buFont typeface="Arial"/>
                <a:buNone/>
              </a:pPr>
              <a:r>
                <a:rPr b="0" i="0" lang="en" sz="1000" u="none" cap="none" strike="noStrike">
                  <a:solidFill>
                    <a:schemeClr val="lt1"/>
                  </a:solidFill>
                  <a:latin typeface="Arial"/>
                  <a:ea typeface="Arial"/>
                  <a:cs typeface="Arial"/>
                  <a:sym typeface="Arial"/>
                </a:rPr>
                <a:t>How it works?</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50"/>
                </a:spcBef>
                <a:spcAft>
                  <a:spcPts val="0"/>
                </a:spcAft>
                <a:buClr>
                  <a:srgbClr val="000000"/>
                </a:buClr>
                <a:buSzPts val="800"/>
                <a:buFont typeface="Arial"/>
                <a:buChar char="•"/>
              </a:pPr>
              <a:r>
                <a:rPr b="0" i="0" lang="en" sz="800" u="none" cap="none" strike="noStrike">
                  <a:solidFill>
                    <a:schemeClr val="lt1"/>
                  </a:solidFill>
                  <a:latin typeface="Arial"/>
                  <a:ea typeface="Arial"/>
                  <a:cs typeface="Arial"/>
                  <a:sym typeface="Arial"/>
                </a:rPr>
                <a:t>pH probes contain two electrodes (a sensor electrode and a reference electrode) that measure the hydrogen-ion activity in a solution. The exchange of ions generates a voltage that is measured by the pH meter converting the voltage into a readable pH value. </a:t>
              </a:r>
              <a:endParaRPr b="0" i="0" sz="800" u="none" cap="none" strike="noStrike">
                <a:solidFill>
                  <a:schemeClr val="lt1"/>
                </a:solidFill>
                <a:latin typeface="Arial"/>
                <a:ea typeface="Arial"/>
                <a:cs typeface="Arial"/>
                <a:sym typeface="Arial"/>
              </a:endParaRPr>
            </a:p>
          </p:txBody>
        </p:sp>
        <p:sp>
          <p:nvSpPr>
            <p:cNvPr id="647" name="Google Shape;647;g1bbaa8f0957_2_190"/>
            <p:cNvSpPr/>
            <p:nvPr/>
          </p:nvSpPr>
          <p:spPr>
            <a:xfrm>
              <a:off x="6186708" y="561316"/>
              <a:ext cx="2800200" cy="2240100"/>
            </a:xfrm>
            <a:prstGeom prst="rect">
              <a:avLst/>
            </a:prstGeom>
            <a:blipFill rotWithShape="1">
              <a:blip r:embed="rId5">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g1bbaa8f0957_2_190"/>
            <p:cNvSpPr/>
            <p:nvPr/>
          </p:nvSpPr>
          <p:spPr>
            <a:xfrm>
              <a:off x="6283615" y="2585656"/>
              <a:ext cx="2492100" cy="7842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g1bbaa8f0957_2_190"/>
            <p:cNvSpPr txBox="1"/>
            <p:nvPr/>
          </p:nvSpPr>
          <p:spPr>
            <a:xfrm>
              <a:off x="6283615" y="2585656"/>
              <a:ext cx="2492100" cy="784200"/>
            </a:xfrm>
            <a:prstGeom prst="rect">
              <a:avLst/>
            </a:prstGeom>
            <a:noFill/>
            <a:ln>
              <a:noFill/>
            </a:ln>
          </p:spPr>
          <p:txBody>
            <a:bodyPr anchorCtr="0" anchor="t" bIns="38100" lIns="38100" spcFirstLastPara="1" rIns="38100" wrap="square" tIns="38100">
              <a:noAutofit/>
            </a:bodyPr>
            <a:lstStyle/>
            <a:p>
              <a:pPr indent="0" lvl="0" marL="0" marR="0" rtl="0" algn="l">
                <a:lnSpc>
                  <a:spcPct val="90000"/>
                </a:lnSpc>
                <a:spcBef>
                  <a:spcPts val="0"/>
                </a:spcBef>
                <a:spcAft>
                  <a:spcPts val="0"/>
                </a:spcAft>
                <a:buClr>
                  <a:srgbClr val="000000"/>
                </a:buClr>
                <a:buSzPts val="1000"/>
                <a:buFont typeface="Arial"/>
                <a:buNone/>
              </a:pPr>
              <a:r>
                <a:rPr b="0" i="0" lang="en" sz="1000" u="none" cap="none" strike="noStrike">
                  <a:solidFill>
                    <a:schemeClr val="lt1"/>
                  </a:solidFill>
                  <a:latin typeface="Arial"/>
                  <a:ea typeface="Arial"/>
                  <a:cs typeface="Arial"/>
                  <a:sym typeface="Arial"/>
                </a:rPr>
                <a:t>pH Scale </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50"/>
                </a:spcBef>
                <a:spcAft>
                  <a:spcPts val="0"/>
                </a:spcAft>
                <a:buClr>
                  <a:srgbClr val="000000"/>
                </a:buClr>
                <a:buSzPts val="800"/>
                <a:buFont typeface="Arial"/>
                <a:buChar char="•"/>
              </a:pPr>
              <a:r>
                <a:rPr b="0" i="0" lang="en" sz="800" u="none" cap="none" strike="noStrike">
                  <a:solidFill>
                    <a:schemeClr val="lt1"/>
                  </a:solidFill>
                  <a:latin typeface="Arial"/>
                  <a:ea typeface="Arial"/>
                  <a:cs typeface="Arial"/>
                  <a:sym typeface="Arial"/>
                </a:rPr>
                <a:t>The range goes from 0 - 14, with 7 being neutral. pH of less than 7 indicate acidity, whereas a pH of greater than 7 indicates a base.</a:t>
              </a:r>
              <a:endParaRPr b="0" i="0" sz="800" u="none" cap="none" strike="noStrike">
                <a:solidFill>
                  <a:schemeClr val="lt1"/>
                </a:solidFill>
                <a:latin typeface="Arial"/>
                <a:ea typeface="Arial"/>
                <a:cs typeface="Arial"/>
                <a:sym typeface="Arial"/>
              </a:endParaRPr>
            </a:p>
            <a:p>
              <a:pPr indent="-57150" lvl="1" marL="57150" marR="0" rtl="0" algn="l">
                <a:lnSpc>
                  <a:spcPct val="90000"/>
                </a:lnSpc>
                <a:spcBef>
                  <a:spcPts val="120"/>
                </a:spcBef>
                <a:spcAft>
                  <a:spcPts val="0"/>
                </a:spcAft>
                <a:buClr>
                  <a:srgbClr val="000000"/>
                </a:buClr>
                <a:buSzPts val="800"/>
                <a:buFont typeface="Arial"/>
                <a:buChar char="•"/>
              </a:pPr>
              <a:r>
                <a:rPr b="0" i="0" lang="en" sz="800" u="none" cap="none" strike="noStrike">
                  <a:solidFill>
                    <a:schemeClr val="lt1"/>
                  </a:solidFill>
                  <a:latin typeface="Arial"/>
                  <a:ea typeface="Arial"/>
                  <a:cs typeface="Arial"/>
                  <a:sym typeface="Arial"/>
                </a:rPr>
                <a:t>Drinking water pH value is between </a:t>
              </a:r>
              <a:r>
                <a:rPr b="1" i="0" lang="en" sz="800" u="none" cap="none" strike="noStrike">
                  <a:solidFill>
                    <a:srgbClr val="FF0000"/>
                  </a:solidFill>
                  <a:latin typeface="Arial"/>
                  <a:ea typeface="Arial"/>
                  <a:cs typeface="Arial"/>
                  <a:sym typeface="Arial"/>
                </a:rPr>
                <a:t>6.5- 8.5</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g218f467fd32_6_7"/>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2800"/>
              <a:t>Practical Results Comparison</a:t>
            </a:r>
            <a:endParaRPr sz="2800"/>
          </a:p>
        </p:txBody>
      </p:sp>
      <p:graphicFrame>
        <p:nvGraphicFramePr>
          <p:cNvPr id="655" name="Google Shape;655;g218f467fd32_6_7"/>
          <p:cNvGraphicFramePr/>
          <p:nvPr/>
        </p:nvGraphicFramePr>
        <p:xfrm>
          <a:off x="642950" y="1809750"/>
          <a:ext cx="3000000" cy="3000000"/>
        </p:xfrm>
        <a:graphic>
          <a:graphicData uri="http://schemas.openxmlformats.org/drawingml/2006/table">
            <a:tbl>
              <a:tblPr>
                <a:noFill/>
                <a:tableStyleId>{49EBFF9F-CF30-48E8-B9CE-A1D5BB9A463E}</a:tableStyleId>
              </a:tblPr>
              <a:tblGrid>
                <a:gridCol w="3012800"/>
                <a:gridCol w="2581550"/>
                <a:gridCol w="1954200"/>
              </a:tblGrid>
              <a:tr h="528200">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t>Tested Liquid</a:t>
                      </a:r>
                      <a:endParaRPr b="1"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t>Measured Value Range</a:t>
                      </a:r>
                      <a:endParaRPr b="1"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t>Ideal Value</a:t>
                      </a:r>
                      <a:endParaRPr b="1" sz="1700" u="none" cap="none" strike="noStrike"/>
                    </a:p>
                  </a:txBody>
                  <a:tcPr marT="91425" marB="91425" marR="91425" marL="91425"/>
                </a:tc>
              </a:tr>
              <a:tr h="501125">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t>Tap Water (neutral)</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u="none" cap="none" strike="noStrike"/>
                        <a:t>6-8</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u="none" cap="none" strike="noStrike"/>
                        <a:t>7</a:t>
                      </a:r>
                      <a:endParaRPr sz="1700" u="none" cap="none" strike="noStrike"/>
                    </a:p>
                  </a:txBody>
                  <a:tcPr marT="91425" marB="91425" marR="91425" marL="91425"/>
                </a:tc>
              </a:tr>
              <a:tr h="501125">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t>Water with lemon (acidic)</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u="none" cap="none" strike="noStrike"/>
                        <a:t>3-5</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u="none" cap="none" strike="noStrike"/>
                        <a:t>3</a:t>
                      </a:r>
                      <a:endParaRPr sz="1700" u="none" cap="none" strike="noStrike"/>
                    </a:p>
                  </a:txBody>
                  <a:tcPr marT="91425" marB="91425" marR="91425" marL="91425"/>
                </a:tc>
              </a:tr>
              <a:tr h="501125">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t>Water with soap (alkaline) </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u="none" cap="none" strike="noStrike"/>
                        <a:t>11-13</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u="none" cap="none" strike="noStrike"/>
                        <a:t>12 </a:t>
                      </a:r>
                      <a:endParaRPr sz="1700" u="none" cap="none" strike="noStrike"/>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g259cad68aff_7_17"/>
          <p:cNvSpPr txBox="1"/>
          <p:nvPr>
            <p:ph type="title"/>
          </p:nvPr>
        </p:nvSpPr>
        <p:spPr>
          <a:xfrm>
            <a:off x="719950" y="443813"/>
            <a:ext cx="7704000" cy="47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200">
                <a:latin typeface="Arial"/>
                <a:ea typeface="Arial"/>
                <a:cs typeface="Arial"/>
                <a:sym typeface="Arial"/>
              </a:rPr>
              <a:t>Results from mobile app</a:t>
            </a:r>
            <a:endParaRPr sz="3200">
              <a:latin typeface="Arial"/>
              <a:ea typeface="Arial"/>
              <a:cs typeface="Arial"/>
              <a:sym typeface="Arial"/>
            </a:endParaRPr>
          </a:p>
        </p:txBody>
      </p:sp>
      <p:pic>
        <p:nvPicPr>
          <p:cNvPr id="661" name="Google Shape;661;g259cad68aff_7_17"/>
          <p:cNvPicPr preferRelativeResize="0"/>
          <p:nvPr/>
        </p:nvPicPr>
        <p:blipFill rotWithShape="1">
          <a:blip r:embed="rId3">
            <a:alphaModFix/>
          </a:blip>
          <a:srcRect b="36312" l="4604" r="48974" t="39655"/>
          <a:stretch/>
        </p:blipFill>
        <p:spPr>
          <a:xfrm>
            <a:off x="3657600" y="1371600"/>
            <a:ext cx="1828800" cy="2743200"/>
          </a:xfrm>
          <a:prstGeom prst="rect">
            <a:avLst/>
          </a:prstGeom>
          <a:noFill/>
          <a:ln>
            <a:noFill/>
          </a:ln>
        </p:spPr>
      </p:pic>
      <p:pic>
        <p:nvPicPr>
          <p:cNvPr id="662" name="Google Shape;662;g259cad68aff_7_17"/>
          <p:cNvPicPr preferRelativeResize="0"/>
          <p:nvPr/>
        </p:nvPicPr>
        <p:blipFill rotWithShape="1">
          <a:blip r:embed="rId4">
            <a:alphaModFix/>
          </a:blip>
          <a:srcRect b="36367" l="4601" r="49751" t="39705"/>
          <a:stretch/>
        </p:blipFill>
        <p:spPr>
          <a:xfrm>
            <a:off x="914400" y="1371600"/>
            <a:ext cx="1828800" cy="2770500"/>
          </a:xfrm>
          <a:prstGeom prst="rect">
            <a:avLst/>
          </a:prstGeom>
          <a:noFill/>
          <a:ln>
            <a:noFill/>
          </a:ln>
        </p:spPr>
      </p:pic>
      <p:pic>
        <p:nvPicPr>
          <p:cNvPr id="663" name="Google Shape;663;g259cad68aff_7_17"/>
          <p:cNvPicPr preferRelativeResize="0"/>
          <p:nvPr/>
        </p:nvPicPr>
        <p:blipFill rotWithShape="1">
          <a:blip r:embed="rId5">
            <a:alphaModFix/>
          </a:blip>
          <a:srcRect b="36182" l="5290" r="48984" t="39574"/>
          <a:stretch/>
        </p:blipFill>
        <p:spPr>
          <a:xfrm>
            <a:off x="6400800" y="1252728"/>
            <a:ext cx="1828800" cy="2770500"/>
          </a:xfrm>
          <a:prstGeom prst="rect">
            <a:avLst/>
          </a:prstGeom>
          <a:noFill/>
          <a:ln>
            <a:noFill/>
          </a:ln>
        </p:spPr>
      </p:pic>
      <p:sp>
        <p:nvSpPr>
          <p:cNvPr id="664" name="Google Shape;664;g259cad68aff_7_17"/>
          <p:cNvSpPr txBox="1"/>
          <p:nvPr/>
        </p:nvSpPr>
        <p:spPr>
          <a:xfrm>
            <a:off x="3657600" y="4206240"/>
            <a:ext cx="1668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6AA84F"/>
                </a:solidFill>
              </a:rPr>
              <a:t>Tap Water</a:t>
            </a:r>
            <a:endParaRPr b="1" sz="1600">
              <a:solidFill>
                <a:srgbClr val="6AA84F"/>
              </a:solidFill>
            </a:endParaRPr>
          </a:p>
          <a:p>
            <a:pPr indent="0" lvl="0" marL="0" rtl="0" algn="ctr">
              <a:spcBef>
                <a:spcPts val="0"/>
              </a:spcBef>
              <a:spcAft>
                <a:spcPts val="0"/>
              </a:spcAft>
              <a:buNone/>
            </a:pPr>
            <a:r>
              <a:rPr b="1" lang="en" sz="1600">
                <a:solidFill>
                  <a:srgbClr val="6AA84F"/>
                </a:solidFill>
              </a:rPr>
              <a:t>(Netural)</a:t>
            </a:r>
            <a:endParaRPr b="1" sz="1600">
              <a:solidFill>
                <a:srgbClr val="6AA84F"/>
              </a:solidFill>
            </a:endParaRPr>
          </a:p>
        </p:txBody>
      </p:sp>
      <p:sp>
        <p:nvSpPr>
          <p:cNvPr id="665" name="Google Shape;665;g259cad68aff_7_17"/>
          <p:cNvSpPr txBox="1"/>
          <p:nvPr/>
        </p:nvSpPr>
        <p:spPr>
          <a:xfrm>
            <a:off x="914400" y="4206240"/>
            <a:ext cx="1668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CC0000"/>
                </a:solidFill>
              </a:rPr>
              <a:t>Lemon </a:t>
            </a:r>
            <a:r>
              <a:rPr b="1" lang="en" sz="1600">
                <a:solidFill>
                  <a:srgbClr val="CC0000"/>
                </a:solidFill>
              </a:rPr>
              <a:t>Water</a:t>
            </a:r>
            <a:endParaRPr b="1" sz="1600">
              <a:solidFill>
                <a:srgbClr val="CC0000"/>
              </a:solidFill>
            </a:endParaRPr>
          </a:p>
          <a:p>
            <a:pPr indent="0" lvl="0" marL="0" rtl="0" algn="ctr">
              <a:spcBef>
                <a:spcPts val="0"/>
              </a:spcBef>
              <a:spcAft>
                <a:spcPts val="0"/>
              </a:spcAft>
              <a:buNone/>
            </a:pPr>
            <a:r>
              <a:rPr b="1" lang="en" sz="1600">
                <a:solidFill>
                  <a:srgbClr val="CC0000"/>
                </a:solidFill>
              </a:rPr>
              <a:t>(Acidic)</a:t>
            </a:r>
            <a:endParaRPr b="1" sz="1600">
              <a:solidFill>
                <a:srgbClr val="CC0000"/>
              </a:solidFill>
            </a:endParaRPr>
          </a:p>
        </p:txBody>
      </p:sp>
      <p:sp>
        <p:nvSpPr>
          <p:cNvPr id="666" name="Google Shape;666;g259cad68aff_7_17"/>
          <p:cNvSpPr txBox="1"/>
          <p:nvPr/>
        </p:nvSpPr>
        <p:spPr>
          <a:xfrm>
            <a:off x="6480900" y="4206240"/>
            <a:ext cx="1668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3C78D8"/>
                </a:solidFill>
              </a:rPr>
              <a:t>Soap</a:t>
            </a:r>
            <a:r>
              <a:rPr b="1" lang="en" sz="1600">
                <a:solidFill>
                  <a:srgbClr val="3C78D8"/>
                </a:solidFill>
              </a:rPr>
              <a:t> Water</a:t>
            </a:r>
            <a:endParaRPr b="1" sz="1600">
              <a:solidFill>
                <a:srgbClr val="3C78D8"/>
              </a:solidFill>
            </a:endParaRPr>
          </a:p>
          <a:p>
            <a:pPr indent="0" lvl="0" marL="0" rtl="0" algn="ctr">
              <a:spcBef>
                <a:spcPts val="0"/>
              </a:spcBef>
              <a:spcAft>
                <a:spcPts val="0"/>
              </a:spcAft>
              <a:buNone/>
            </a:pPr>
            <a:r>
              <a:rPr b="1" lang="en" sz="1600">
                <a:solidFill>
                  <a:srgbClr val="3C78D8"/>
                </a:solidFill>
              </a:rPr>
              <a:t>(Basic)</a:t>
            </a:r>
            <a:endParaRPr b="1" sz="1600">
              <a:solidFill>
                <a:srgbClr val="3C78D8"/>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g1bbaa8f0957_2_204"/>
          <p:cNvSpPr txBox="1"/>
          <p:nvPr>
            <p:ph type="title"/>
          </p:nvPr>
        </p:nvSpPr>
        <p:spPr>
          <a:xfrm>
            <a:off x="719950" y="443813"/>
            <a:ext cx="7704000" cy="47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200">
                <a:latin typeface="Arial"/>
                <a:ea typeface="Arial"/>
                <a:cs typeface="Arial"/>
                <a:sym typeface="Arial"/>
              </a:rPr>
              <a:t>TDS Sensor</a:t>
            </a:r>
            <a:endParaRPr sz="3000">
              <a:latin typeface="Arial"/>
              <a:ea typeface="Arial"/>
              <a:cs typeface="Arial"/>
              <a:sym typeface="Arial"/>
            </a:endParaRPr>
          </a:p>
        </p:txBody>
      </p:sp>
      <p:grpSp>
        <p:nvGrpSpPr>
          <p:cNvPr id="672" name="Google Shape;672;g1bbaa8f0957_2_204"/>
          <p:cNvGrpSpPr/>
          <p:nvPr/>
        </p:nvGrpSpPr>
        <p:grpSpPr>
          <a:xfrm>
            <a:off x="658" y="1208064"/>
            <a:ext cx="8894811" cy="3192938"/>
            <a:chOff x="658" y="285500"/>
            <a:chExt cx="8894811" cy="3192938"/>
          </a:xfrm>
        </p:grpSpPr>
        <p:sp>
          <p:nvSpPr>
            <p:cNvPr id="673" name="Google Shape;673;g1bbaa8f0957_2_204"/>
            <p:cNvSpPr/>
            <p:nvPr/>
          </p:nvSpPr>
          <p:spPr>
            <a:xfrm>
              <a:off x="134133" y="617016"/>
              <a:ext cx="2297400" cy="1850100"/>
            </a:xfrm>
            <a:prstGeom prst="rect">
              <a:avLst/>
            </a:prstGeom>
            <a:blipFill rotWithShape="1">
              <a:blip r:embed="rId3">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g1bbaa8f0957_2_204"/>
            <p:cNvSpPr/>
            <p:nvPr/>
          </p:nvSpPr>
          <p:spPr>
            <a:xfrm>
              <a:off x="658" y="2480859"/>
              <a:ext cx="2531400" cy="7965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g1bbaa8f0957_2_204"/>
            <p:cNvSpPr txBox="1"/>
            <p:nvPr/>
          </p:nvSpPr>
          <p:spPr>
            <a:xfrm>
              <a:off x="658" y="2480859"/>
              <a:ext cx="2531400" cy="796500"/>
            </a:xfrm>
            <a:prstGeom prst="rect">
              <a:avLst/>
            </a:prstGeom>
            <a:noFill/>
            <a:ln>
              <a:noFill/>
            </a:ln>
          </p:spPr>
          <p:txBody>
            <a:bodyPr anchorCtr="0" anchor="t" bIns="34275" lIns="34275" spcFirstLastPara="1" rIns="34275" wrap="square" tIns="34275">
              <a:noAutofit/>
            </a:bodyPr>
            <a:lstStyle/>
            <a:p>
              <a:pPr indent="0" lvl="0" marL="0" marR="0" rtl="0" algn="l">
                <a:lnSpc>
                  <a:spcPct val="90000"/>
                </a:lnSpc>
                <a:spcBef>
                  <a:spcPts val="0"/>
                </a:spcBef>
                <a:spcAft>
                  <a:spcPts val="0"/>
                </a:spcAft>
                <a:buClr>
                  <a:srgbClr val="000000"/>
                </a:buClr>
                <a:buSzPts val="900"/>
                <a:buFont typeface="Arial"/>
                <a:buNone/>
              </a:pPr>
              <a:r>
                <a:rPr b="0" i="0" lang="en" sz="900" u="none" cap="none" strike="noStrike">
                  <a:solidFill>
                    <a:schemeClr val="lt1"/>
                  </a:solidFill>
                  <a:latin typeface="Arial"/>
                  <a:ea typeface="Arial"/>
                  <a:cs typeface="Arial"/>
                  <a:sym typeface="Arial"/>
                </a:rPr>
                <a:t>Role</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1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TDS (Total Dissolved Solids) indicates how many milligrams of soluble solids are dissolved in one liter of water. In general, the higher the TDS value, the more soluble solids are dissolved in water, and the less clean the water is.</a:t>
              </a:r>
              <a:endParaRPr b="0" i="0" sz="700" u="none" cap="none" strike="noStrike">
                <a:solidFill>
                  <a:schemeClr val="lt1"/>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Milligram/ liter is known as Part Per Million ppm.</a:t>
              </a:r>
              <a:endParaRPr b="0" i="0" sz="1400" u="none" cap="none" strike="noStrike">
                <a:solidFill>
                  <a:srgbClr val="000000"/>
                </a:solidFill>
                <a:latin typeface="Arial"/>
                <a:ea typeface="Arial"/>
                <a:cs typeface="Arial"/>
                <a:sym typeface="Arial"/>
              </a:endParaRPr>
            </a:p>
          </p:txBody>
        </p:sp>
        <p:sp>
          <p:nvSpPr>
            <p:cNvPr id="676" name="Google Shape;676;g1bbaa8f0957_2_204"/>
            <p:cNvSpPr/>
            <p:nvPr/>
          </p:nvSpPr>
          <p:spPr>
            <a:xfrm>
              <a:off x="2948123" y="285500"/>
              <a:ext cx="2844000" cy="2274300"/>
            </a:xfrm>
            <a:prstGeom prst="rect">
              <a:avLst/>
            </a:prstGeom>
            <a:blipFill rotWithShape="1">
              <a:blip r:embed="rId4">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g1bbaa8f0957_2_204"/>
            <p:cNvSpPr/>
            <p:nvPr/>
          </p:nvSpPr>
          <p:spPr>
            <a:xfrm>
              <a:off x="2982314" y="2534571"/>
              <a:ext cx="2694300" cy="9435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g1bbaa8f0957_2_204"/>
            <p:cNvSpPr txBox="1"/>
            <p:nvPr/>
          </p:nvSpPr>
          <p:spPr>
            <a:xfrm>
              <a:off x="2982314" y="2534571"/>
              <a:ext cx="2694300" cy="943500"/>
            </a:xfrm>
            <a:prstGeom prst="rect">
              <a:avLst/>
            </a:prstGeom>
            <a:noFill/>
            <a:ln>
              <a:noFill/>
            </a:ln>
          </p:spPr>
          <p:txBody>
            <a:bodyPr anchorCtr="0" anchor="t" bIns="34275" lIns="34275" spcFirstLastPara="1" rIns="34275" wrap="square" tIns="34275">
              <a:noAutofit/>
            </a:bodyPr>
            <a:lstStyle/>
            <a:p>
              <a:pPr indent="0" lvl="0" marL="0" marR="0" rtl="0" algn="l">
                <a:lnSpc>
                  <a:spcPct val="90000"/>
                </a:lnSpc>
                <a:spcBef>
                  <a:spcPts val="0"/>
                </a:spcBef>
                <a:spcAft>
                  <a:spcPts val="0"/>
                </a:spcAft>
                <a:buClr>
                  <a:srgbClr val="000000"/>
                </a:buClr>
                <a:buSzPts val="900"/>
                <a:buFont typeface="Arial"/>
                <a:buNone/>
              </a:pPr>
              <a:r>
                <a:rPr b="0" i="0" lang="en" sz="900" u="none" cap="none" strike="noStrike">
                  <a:solidFill>
                    <a:schemeClr val="lt1"/>
                  </a:solidFill>
                  <a:latin typeface="Arial"/>
                  <a:ea typeface="Arial"/>
                  <a:cs typeface="Arial"/>
                  <a:sym typeface="Arial"/>
                </a:rPr>
                <a:t>How it works?</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1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A TDS meter is basically an electrical charge meter which have two electrodes.</a:t>
              </a:r>
              <a:endParaRPr b="0" i="0" sz="700" u="none" cap="none" strike="noStrike">
                <a:solidFill>
                  <a:schemeClr val="lt1"/>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If the water contains no soluble materials and is pure, it will not conduct a charge and will have a 0-ppm.</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If the water is full of dissolved materials, it will conduct a charge, with the resulting ppm will be proportional to the number of dissolved solids.</a:t>
              </a:r>
              <a:endParaRPr b="0" i="0" sz="1400" u="none" cap="none" strike="noStrike">
                <a:solidFill>
                  <a:srgbClr val="000000"/>
                </a:solidFill>
                <a:latin typeface="Arial"/>
                <a:ea typeface="Arial"/>
                <a:cs typeface="Arial"/>
                <a:sym typeface="Arial"/>
              </a:endParaRPr>
            </a:p>
          </p:txBody>
        </p:sp>
        <p:sp>
          <p:nvSpPr>
            <p:cNvPr id="679" name="Google Shape;679;g1bbaa8f0957_2_204"/>
            <p:cNvSpPr/>
            <p:nvPr/>
          </p:nvSpPr>
          <p:spPr>
            <a:xfrm>
              <a:off x="5980223" y="401376"/>
              <a:ext cx="2844000" cy="2275200"/>
            </a:xfrm>
            <a:prstGeom prst="rect">
              <a:avLst/>
            </a:prstGeom>
            <a:blipFill rotWithShape="1">
              <a:blip r:embed="rId5">
                <a:alphaModFix/>
              </a:blip>
              <a:stretch>
                <a:fillRect b="0" l="-996" r="-995"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g1bbaa8f0957_2_204"/>
            <p:cNvSpPr/>
            <p:nvPr/>
          </p:nvSpPr>
          <p:spPr>
            <a:xfrm>
              <a:off x="5901169" y="2685838"/>
              <a:ext cx="2994300" cy="7926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g1bbaa8f0957_2_204"/>
            <p:cNvSpPr txBox="1"/>
            <p:nvPr/>
          </p:nvSpPr>
          <p:spPr>
            <a:xfrm>
              <a:off x="5901169" y="2685838"/>
              <a:ext cx="2994300" cy="792600"/>
            </a:xfrm>
            <a:prstGeom prst="rect">
              <a:avLst/>
            </a:prstGeom>
            <a:noFill/>
            <a:ln>
              <a:noFill/>
            </a:ln>
          </p:spPr>
          <p:txBody>
            <a:bodyPr anchorCtr="0" anchor="t" bIns="34275" lIns="34275" spcFirstLastPara="1" rIns="34275" wrap="square" tIns="34275">
              <a:noAutofit/>
            </a:bodyPr>
            <a:lstStyle/>
            <a:p>
              <a:pPr indent="0" lvl="0" marL="0" marR="0" rtl="0" algn="l">
                <a:lnSpc>
                  <a:spcPct val="90000"/>
                </a:lnSpc>
                <a:spcBef>
                  <a:spcPts val="0"/>
                </a:spcBef>
                <a:spcAft>
                  <a:spcPts val="0"/>
                </a:spcAft>
                <a:buClr>
                  <a:srgbClr val="000000"/>
                </a:buClr>
                <a:buSzPts val="900"/>
                <a:buFont typeface="Arial"/>
                <a:buNone/>
              </a:pPr>
              <a:r>
                <a:rPr b="0" i="0" lang="en" sz="900" u="none" cap="none" strike="noStrike">
                  <a:solidFill>
                    <a:schemeClr val="lt1"/>
                  </a:solidFill>
                  <a:latin typeface="Arial"/>
                  <a:ea typeface="Arial"/>
                  <a:cs typeface="Arial"/>
                  <a:sym typeface="Arial"/>
                </a:rPr>
                <a:t>TDS in PPM Scale </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1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TDS is measured as a volume of water with the unit ppm. According to the EPA secondary drinking water regulations</a:t>
              </a:r>
              <a:endParaRPr b="0" i="0" sz="700" u="none" cap="none" strike="noStrike">
                <a:solidFill>
                  <a:schemeClr val="lt1"/>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Ideal Drinking water has 0 ppm, </a:t>
              </a:r>
              <a:r>
                <a:rPr b="1" i="0" lang="en" sz="700" u="none" cap="none" strike="noStrike">
                  <a:solidFill>
                    <a:srgbClr val="FF0000"/>
                  </a:solidFill>
                  <a:latin typeface="Arial"/>
                  <a:ea typeface="Arial"/>
                  <a:cs typeface="Arial"/>
                  <a:sym typeface="Arial"/>
                </a:rPr>
                <a:t>500 ppm</a:t>
              </a:r>
              <a:r>
                <a:rPr b="0" i="0" lang="en" sz="700" u="none" cap="none" strike="noStrike">
                  <a:solidFill>
                    <a:schemeClr val="lt1"/>
                  </a:solidFill>
                  <a:latin typeface="Arial"/>
                  <a:ea typeface="Arial"/>
                  <a:cs typeface="Arial"/>
                  <a:sym typeface="Arial"/>
                </a:rPr>
                <a:t> is contamination lever above it water isn’t drinkable. </a:t>
              </a:r>
              <a:endParaRPr b="0" i="0" sz="700" u="none" cap="none" strike="noStrike">
                <a:solidFill>
                  <a:schemeClr val="lt1"/>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Average tap water has 100-400 ppm</a:t>
              </a:r>
              <a:endParaRPr b="0" i="0" sz="700" u="none" cap="none" strike="noStrike">
                <a:solidFill>
                  <a:schemeClr val="lt1"/>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g218f467fd32_6_13"/>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2800"/>
              <a:t>Practical Results Comparison</a:t>
            </a:r>
            <a:endParaRPr sz="2800"/>
          </a:p>
        </p:txBody>
      </p:sp>
      <p:graphicFrame>
        <p:nvGraphicFramePr>
          <p:cNvPr id="687" name="Google Shape;687;g218f467fd32_6_13"/>
          <p:cNvGraphicFramePr/>
          <p:nvPr/>
        </p:nvGraphicFramePr>
        <p:xfrm>
          <a:off x="642950" y="1809750"/>
          <a:ext cx="3000000" cy="3000000"/>
        </p:xfrm>
        <a:graphic>
          <a:graphicData uri="http://schemas.openxmlformats.org/drawingml/2006/table">
            <a:tbl>
              <a:tblPr>
                <a:noFill/>
                <a:tableStyleId>{49EBFF9F-CF30-48E8-B9CE-A1D5BB9A463E}</a:tableStyleId>
              </a:tblPr>
              <a:tblGrid>
                <a:gridCol w="3012800"/>
                <a:gridCol w="2581550"/>
                <a:gridCol w="2462925"/>
              </a:tblGrid>
              <a:tr h="528200">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t>Tested Liquid</a:t>
                      </a:r>
                      <a:endParaRPr b="1"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t>Measured Value Range</a:t>
                      </a:r>
                      <a:endParaRPr b="1" sz="1700" u="none" cap="none" strike="noStrike"/>
                    </a:p>
                    <a:p>
                      <a:pPr indent="0" lvl="0" marL="0" marR="0" rtl="0" algn="ctr">
                        <a:lnSpc>
                          <a:spcPct val="100000"/>
                        </a:lnSpc>
                        <a:spcBef>
                          <a:spcPts val="0"/>
                        </a:spcBef>
                        <a:spcAft>
                          <a:spcPts val="0"/>
                        </a:spcAft>
                        <a:buClr>
                          <a:srgbClr val="000000"/>
                        </a:buClr>
                        <a:buSzPts val="1700"/>
                        <a:buFont typeface="Arial"/>
                        <a:buNone/>
                      </a:pPr>
                      <a:r>
                        <a:rPr b="1" lang="en" sz="1700" u="none" cap="none" strike="noStrike"/>
                        <a:t>(ppm)</a:t>
                      </a:r>
                      <a:endParaRPr b="1"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t>Normal Value Range</a:t>
                      </a:r>
                      <a:endParaRPr b="1" sz="1700" u="none" cap="none" strike="noStrike"/>
                    </a:p>
                    <a:p>
                      <a:pPr indent="0" lvl="0" marL="0" marR="0" rtl="0" algn="ctr">
                        <a:lnSpc>
                          <a:spcPct val="100000"/>
                        </a:lnSpc>
                        <a:spcBef>
                          <a:spcPts val="0"/>
                        </a:spcBef>
                        <a:spcAft>
                          <a:spcPts val="0"/>
                        </a:spcAft>
                        <a:buClr>
                          <a:srgbClr val="000000"/>
                        </a:buClr>
                        <a:buSzPts val="1700"/>
                        <a:buFont typeface="Arial"/>
                        <a:buNone/>
                      </a:pPr>
                      <a:r>
                        <a:rPr b="1" lang="en" sz="1700" u="none" cap="none" strike="noStrike"/>
                        <a:t>(ppm)</a:t>
                      </a:r>
                      <a:endParaRPr b="1" sz="1700" u="none" cap="none" strike="noStrike"/>
                    </a:p>
                  </a:txBody>
                  <a:tcPr marT="91425" marB="91425" marR="91425" marL="91425"/>
                </a:tc>
              </a:tr>
              <a:tr h="501125">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t>Tap Water </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u="none" cap="none" strike="noStrike"/>
                        <a:t>200-280</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u="none" cap="none" strike="noStrike"/>
                        <a:t>Less than </a:t>
                      </a:r>
                      <a:r>
                        <a:rPr lang="en" sz="1700"/>
                        <a:t>5</a:t>
                      </a:r>
                      <a:r>
                        <a:rPr lang="en" sz="1700" u="none" cap="none" strike="noStrike"/>
                        <a:t>00</a:t>
                      </a:r>
                      <a:endParaRPr sz="1700" u="none" cap="none" strike="noStrike"/>
                    </a:p>
                  </a:txBody>
                  <a:tcPr marT="91425" marB="91425" marR="91425" marL="91425"/>
                </a:tc>
              </a:tr>
              <a:tr h="501125">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t>Water with salt </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u="none" cap="none" strike="noStrike"/>
                        <a:t>1</a:t>
                      </a:r>
                      <a:r>
                        <a:rPr lang="en" sz="1700"/>
                        <a:t>3</a:t>
                      </a:r>
                      <a:r>
                        <a:rPr lang="en" sz="1700" u="none" cap="none" strike="noStrike"/>
                        <a:t>00-1</a:t>
                      </a:r>
                      <a:r>
                        <a:rPr lang="en" sz="1700"/>
                        <a:t>7</a:t>
                      </a:r>
                      <a:r>
                        <a:rPr lang="en" sz="1700" u="none" cap="none" strike="noStrike"/>
                        <a:t>00</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u="none" cap="none" strike="noStrike"/>
                        <a:t>More than 1000</a:t>
                      </a:r>
                      <a:endParaRPr sz="1700" u="none" cap="none" strike="noStrike"/>
                    </a:p>
                  </a:txBody>
                  <a:tcPr marT="91425" marB="91425" marR="91425" marL="91425"/>
                </a:tc>
              </a:tr>
              <a:tr h="501125">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t>Water with dust &amp; sand </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a:t>4</a:t>
                      </a:r>
                      <a:r>
                        <a:rPr lang="en" sz="1700" u="none" cap="none" strike="noStrike"/>
                        <a:t>60-600</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u="none" cap="none" strike="noStrike"/>
                        <a:t>More than </a:t>
                      </a:r>
                      <a:r>
                        <a:rPr lang="en" sz="1700"/>
                        <a:t>5</a:t>
                      </a:r>
                      <a:r>
                        <a:rPr lang="en" sz="1700" u="none" cap="none" strike="noStrike"/>
                        <a:t>00 </a:t>
                      </a:r>
                      <a:endParaRPr sz="1700" u="none" cap="none" strike="noStrike"/>
                    </a:p>
                  </a:txBody>
                  <a:tcPr marT="91425" marB="91425" marR="91425" marL="91425"/>
                </a:tc>
              </a:tr>
            </a:tbl>
          </a:graphicData>
        </a:graphic>
      </p:graphicFrame>
      <p:sp>
        <p:nvSpPr>
          <p:cNvPr id="688" name="Google Shape;688;g218f467fd32_6_13"/>
          <p:cNvSpPr txBox="1"/>
          <p:nvPr/>
        </p:nvSpPr>
        <p:spPr>
          <a:xfrm>
            <a:off x="642950" y="4229100"/>
            <a:ext cx="805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naheim"/>
                <a:ea typeface="Anaheim"/>
                <a:cs typeface="Anaheim"/>
                <a:sym typeface="Anaheim"/>
              </a:rPr>
              <a:t>Note that the value of ppm increases by stirring &amp; heating water as the solids dissolves more into water. </a:t>
            </a:r>
            <a:endParaRPr b="0" i="0" sz="1400" u="none" cap="none" strike="noStrike">
              <a:solidFill>
                <a:srgbClr val="000000"/>
              </a:solidFill>
              <a:latin typeface="Anaheim"/>
              <a:ea typeface="Anaheim"/>
              <a:cs typeface="Anaheim"/>
              <a:sym typeface="Anahei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259cad68aff_7_51"/>
          <p:cNvSpPr txBox="1"/>
          <p:nvPr>
            <p:ph type="title"/>
          </p:nvPr>
        </p:nvSpPr>
        <p:spPr>
          <a:xfrm>
            <a:off x="719950" y="443813"/>
            <a:ext cx="7704000" cy="47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200">
                <a:latin typeface="Arial"/>
                <a:ea typeface="Arial"/>
                <a:cs typeface="Arial"/>
                <a:sym typeface="Arial"/>
              </a:rPr>
              <a:t>Results from mobile app</a:t>
            </a:r>
            <a:endParaRPr sz="3200">
              <a:latin typeface="Arial"/>
              <a:ea typeface="Arial"/>
              <a:cs typeface="Arial"/>
              <a:sym typeface="Arial"/>
            </a:endParaRPr>
          </a:p>
        </p:txBody>
      </p:sp>
      <p:pic>
        <p:nvPicPr>
          <p:cNvPr id="694" name="Google Shape;694;g259cad68aff_7_51"/>
          <p:cNvPicPr preferRelativeResize="0"/>
          <p:nvPr/>
        </p:nvPicPr>
        <p:blipFill rotWithShape="1">
          <a:blip r:embed="rId3">
            <a:alphaModFix/>
          </a:blip>
          <a:srcRect b="11652" l="4604" r="48974" t="64475"/>
          <a:stretch/>
        </p:blipFill>
        <p:spPr>
          <a:xfrm>
            <a:off x="914400" y="1371600"/>
            <a:ext cx="1828800" cy="2639100"/>
          </a:xfrm>
          <a:prstGeom prst="rect">
            <a:avLst/>
          </a:prstGeom>
          <a:noFill/>
          <a:ln>
            <a:noFill/>
          </a:ln>
        </p:spPr>
      </p:pic>
      <p:pic>
        <p:nvPicPr>
          <p:cNvPr id="695" name="Google Shape;695;g259cad68aff_7_51"/>
          <p:cNvPicPr preferRelativeResize="0"/>
          <p:nvPr/>
        </p:nvPicPr>
        <p:blipFill rotWithShape="1">
          <a:blip r:embed="rId4">
            <a:alphaModFix/>
          </a:blip>
          <a:srcRect b="11804" l="4455" r="49136" t="64201"/>
          <a:stretch/>
        </p:blipFill>
        <p:spPr>
          <a:xfrm>
            <a:off x="3657600" y="1371600"/>
            <a:ext cx="1668600" cy="2743200"/>
          </a:xfrm>
          <a:prstGeom prst="rect">
            <a:avLst/>
          </a:prstGeom>
          <a:noFill/>
          <a:ln>
            <a:noFill/>
          </a:ln>
        </p:spPr>
      </p:pic>
      <p:pic>
        <p:nvPicPr>
          <p:cNvPr id="696" name="Google Shape;696;g259cad68aff_7_51"/>
          <p:cNvPicPr preferRelativeResize="0"/>
          <p:nvPr/>
        </p:nvPicPr>
        <p:blipFill rotWithShape="1">
          <a:blip r:embed="rId5">
            <a:alphaModFix/>
          </a:blip>
          <a:srcRect b="11673" l="4366" r="50145" t="64371"/>
          <a:stretch/>
        </p:blipFill>
        <p:spPr>
          <a:xfrm>
            <a:off x="6400800" y="1371600"/>
            <a:ext cx="1668600" cy="2639100"/>
          </a:xfrm>
          <a:prstGeom prst="rect">
            <a:avLst/>
          </a:prstGeom>
          <a:noFill/>
          <a:ln>
            <a:noFill/>
          </a:ln>
        </p:spPr>
      </p:pic>
      <p:sp>
        <p:nvSpPr>
          <p:cNvPr id="697" name="Google Shape;697;g259cad68aff_7_51"/>
          <p:cNvSpPr txBox="1"/>
          <p:nvPr/>
        </p:nvSpPr>
        <p:spPr>
          <a:xfrm>
            <a:off x="914400" y="4206240"/>
            <a:ext cx="1668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6AA84F"/>
                </a:solidFill>
              </a:rPr>
              <a:t>Tap Water</a:t>
            </a:r>
            <a:endParaRPr b="1" sz="1600">
              <a:solidFill>
                <a:srgbClr val="6AA84F"/>
              </a:solidFill>
            </a:endParaRPr>
          </a:p>
        </p:txBody>
      </p:sp>
      <p:sp>
        <p:nvSpPr>
          <p:cNvPr id="698" name="Google Shape;698;g259cad68aff_7_51"/>
          <p:cNvSpPr txBox="1"/>
          <p:nvPr/>
        </p:nvSpPr>
        <p:spPr>
          <a:xfrm>
            <a:off x="3657600" y="4206240"/>
            <a:ext cx="1668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1C232"/>
                </a:solidFill>
              </a:rPr>
              <a:t>Water with dust &amp; sand</a:t>
            </a:r>
            <a:endParaRPr b="1" sz="1600">
              <a:solidFill>
                <a:srgbClr val="F1C232"/>
              </a:solidFill>
            </a:endParaRPr>
          </a:p>
        </p:txBody>
      </p:sp>
      <p:sp>
        <p:nvSpPr>
          <p:cNvPr id="699" name="Google Shape;699;g259cad68aff_7_51"/>
          <p:cNvSpPr txBox="1"/>
          <p:nvPr/>
        </p:nvSpPr>
        <p:spPr>
          <a:xfrm>
            <a:off x="6480900" y="4206240"/>
            <a:ext cx="1668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CC0000"/>
                </a:solidFill>
              </a:rPr>
              <a:t>Water with salt</a:t>
            </a:r>
            <a:endParaRPr b="1" sz="1600">
              <a:solidFill>
                <a:srgbClr val="CC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g1bbaa8f0957_2_218"/>
          <p:cNvSpPr txBox="1"/>
          <p:nvPr>
            <p:ph type="title"/>
          </p:nvPr>
        </p:nvSpPr>
        <p:spPr>
          <a:xfrm>
            <a:off x="364350" y="443813"/>
            <a:ext cx="7704000" cy="47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200">
                <a:latin typeface="Arial"/>
                <a:ea typeface="Arial"/>
                <a:cs typeface="Arial"/>
                <a:sym typeface="Arial"/>
              </a:rPr>
              <a:t>Turbidity Sensor</a:t>
            </a:r>
            <a:endParaRPr sz="3000">
              <a:latin typeface="Arial"/>
              <a:ea typeface="Arial"/>
              <a:cs typeface="Arial"/>
              <a:sym typeface="Arial"/>
            </a:endParaRPr>
          </a:p>
        </p:txBody>
      </p:sp>
      <p:grpSp>
        <p:nvGrpSpPr>
          <p:cNvPr id="705" name="Google Shape;705;g1bbaa8f0957_2_218"/>
          <p:cNvGrpSpPr/>
          <p:nvPr/>
        </p:nvGrpSpPr>
        <p:grpSpPr>
          <a:xfrm>
            <a:off x="67289" y="1134183"/>
            <a:ext cx="8810156" cy="3280725"/>
            <a:chOff x="67289" y="211619"/>
            <a:chExt cx="8810156" cy="3280725"/>
          </a:xfrm>
        </p:grpSpPr>
        <p:sp>
          <p:nvSpPr>
            <p:cNvPr id="706" name="Google Shape;706;g1bbaa8f0957_2_218"/>
            <p:cNvSpPr/>
            <p:nvPr/>
          </p:nvSpPr>
          <p:spPr>
            <a:xfrm>
              <a:off x="67289" y="392872"/>
              <a:ext cx="2787000" cy="2379000"/>
            </a:xfrm>
            <a:prstGeom prst="rect">
              <a:avLst/>
            </a:prstGeom>
            <a:blipFill rotWithShape="1">
              <a:blip r:embed="rId3">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g1bbaa8f0957_2_218"/>
            <p:cNvSpPr/>
            <p:nvPr/>
          </p:nvSpPr>
          <p:spPr>
            <a:xfrm>
              <a:off x="253327" y="2611921"/>
              <a:ext cx="2480400" cy="7803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g1bbaa8f0957_2_218"/>
            <p:cNvSpPr txBox="1"/>
            <p:nvPr/>
          </p:nvSpPr>
          <p:spPr>
            <a:xfrm>
              <a:off x="253327" y="2611921"/>
              <a:ext cx="2480400" cy="780300"/>
            </a:xfrm>
            <a:prstGeom prst="rect">
              <a:avLst/>
            </a:prstGeom>
            <a:noFill/>
            <a:ln>
              <a:noFill/>
            </a:ln>
          </p:spPr>
          <p:txBody>
            <a:bodyPr anchorCtr="0" anchor="t" bIns="34275" lIns="34275" spcFirstLastPara="1" rIns="34275" wrap="square" tIns="34275">
              <a:noAutofit/>
            </a:bodyPr>
            <a:lstStyle/>
            <a:p>
              <a:pPr indent="0" lvl="0" marL="0" marR="0" rtl="0" algn="l">
                <a:lnSpc>
                  <a:spcPct val="90000"/>
                </a:lnSpc>
                <a:spcBef>
                  <a:spcPts val="0"/>
                </a:spcBef>
                <a:spcAft>
                  <a:spcPts val="0"/>
                </a:spcAft>
                <a:buClr>
                  <a:srgbClr val="000000"/>
                </a:buClr>
                <a:buSzPts val="900"/>
                <a:buFont typeface="Arial"/>
                <a:buNone/>
              </a:pPr>
              <a:r>
                <a:rPr b="0" i="0" lang="en" sz="900" u="none" cap="none" strike="noStrike">
                  <a:solidFill>
                    <a:schemeClr val="lt1"/>
                  </a:solidFill>
                  <a:latin typeface="Arial"/>
                  <a:ea typeface="Arial"/>
                  <a:cs typeface="Arial"/>
                  <a:sym typeface="Arial"/>
                </a:rPr>
                <a:t>Role</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1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The turbidity sensor detects water quality by measuring the levels of turbidity, or the opaqueness.</a:t>
              </a:r>
              <a:endParaRPr b="0" i="0" sz="700" u="none" cap="none" strike="noStrike">
                <a:solidFill>
                  <a:schemeClr val="lt1"/>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used to measure the turbidity of a fluid or the presence of suspended particles in water.</a:t>
              </a:r>
              <a:endParaRPr b="0" i="0" sz="700" u="none" cap="none" strike="noStrike">
                <a:solidFill>
                  <a:schemeClr val="lt1"/>
                </a:solidFill>
                <a:latin typeface="Arial"/>
                <a:ea typeface="Arial"/>
                <a:cs typeface="Arial"/>
                <a:sym typeface="Arial"/>
              </a:endParaRPr>
            </a:p>
          </p:txBody>
        </p:sp>
        <p:sp>
          <p:nvSpPr>
            <p:cNvPr id="709" name="Google Shape;709;g1bbaa8f0957_2_218"/>
            <p:cNvSpPr/>
            <p:nvPr/>
          </p:nvSpPr>
          <p:spPr>
            <a:xfrm>
              <a:off x="3092663" y="211619"/>
              <a:ext cx="2852400" cy="2407200"/>
            </a:xfrm>
            <a:prstGeom prst="rect">
              <a:avLst/>
            </a:prstGeom>
            <a:blipFill rotWithShape="1">
              <a:blip r:embed="rId4">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g1bbaa8f0957_2_218"/>
            <p:cNvSpPr/>
            <p:nvPr/>
          </p:nvSpPr>
          <p:spPr>
            <a:xfrm>
              <a:off x="3263530" y="2567744"/>
              <a:ext cx="2640300" cy="9246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g1bbaa8f0957_2_218"/>
            <p:cNvSpPr txBox="1"/>
            <p:nvPr/>
          </p:nvSpPr>
          <p:spPr>
            <a:xfrm>
              <a:off x="3263530" y="2567744"/>
              <a:ext cx="2640300" cy="924600"/>
            </a:xfrm>
            <a:prstGeom prst="rect">
              <a:avLst/>
            </a:prstGeom>
            <a:noFill/>
            <a:ln>
              <a:noFill/>
            </a:ln>
          </p:spPr>
          <p:txBody>
            <a:bodyPr anchorCtr="0" anchor="t" bIns="34275" lIns="34275" spcFirstLastPara="1" rIns="34275" wrap="square" tIns="34275">
              <a:noAutofit/>
            </a:bodyPr>
            <a:lstStyle/>
            <a:p>
              <a:pPr indent="0" lvl="0" marL="0" marR="0" rtl="0" algn="l">
                <a:lnSpc>
                  <a:spcPct val="90000"/>
                </a:lnSpc>
                <a:spcBef>
                  <a:spcPts val="0"/>
                </a:spcBef>
                <a:spcAft>
                  <a:spcPts val="0"/>
                </a:spcAft>
                <a:buClr>
                  <a:srgbClr val="000000"/>
                </a:buClr>
                <a:buSzPts val="900"/>
                <a:buFont typeface="Arial"/>
                <a:buNone/>
              </a:pPr>
              <a:r>
                <a:rPr b="0" i="0" lang="en" sz="900" u="none" cap="none" strike="noStrike">
                  <a:solidFill>
                    <a:schemeClr val="lt1"/>
                  </a:solidFill>
                  <a:latin typeface="Arial"/>
                  <a:ea typeface="Arial"/>
                  <a:cs typeface="Arial"/>
                  <a:sym typeface="Arial"/>
                </a:rPr>
                <a:t>How it works?</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1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A turbidity probe works by sending a light beam into the water to be tested. This light will then be scattered by any suspended particles. A light detector is placed at a 90 degree angle to the light source, and detects the amount of light that is reflected back at it.</a:t>
              </a:r>
              <a:endParaRPr b="0" i="0" sz="700" u="none" cap="none" strike="noStrike">
                <a:solidFill>
                  <a:schemeClr val="lt1"/>
                </a:solidFill>
                <a:latin typeface="Arial"/>
                <a:ea typeface="Arial"/>
                <a:cs typeface="Arial"/>
                <a:sym typeface="Arial"/>
              </a:endParaRPr>
            </a:p>
          </p:txBody>
        </p:sp>
        <p:sp>
          <p:nvSpPr>
            <p:cNvPr id="712" name="Google Shape;712;g1bbaa8f0957_2_218"/>
            <p:cNvSpPr/>
            <p:nvPr/>
          </p:nvSpPr>
          <p:spPr>
            <a:xfrm>
              <a:off x="6090445" y="448167"/>
              <a:ext cx="2787000" cy="2229600"/>
            </a:xfrm>
            <a:prstGeom prst="rect">
              <a:avLst/>
            </a:prstGeom>
            <a:blipFill rotWithShape="1">
              <a:blip r:embed="rId5">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g1bbaa8f0957_2_218"/>
            <p:cNvSpPr/>
            <p:nvPr/>
          </p:nvSpPr>
          <p:spPr>
            <a:xfrm>
              <a:off x="6306649" y="2691576"/>
              <a:ext cx="2480400" cy="780300"/>
            </a:xfrm>
            <a:prstGeom prst="wedgeRectCallout">
              <a:avLst>
                <a:gd fmla="val 20250" name="adj1"/>
                <a:gd fmla="val -60700" name="adj2"/>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g1bbaa8f0957_2_218"/>
            <p:cNvSpPr txBox="1"/>
            <p:nvPr/>
          </p:nvSpPr>
          <p:spPr>
            <a:xfrm>
              <a:off x="6306649" y="2691576"/>
              <a:ext cx="2480400" cy="780300"/>
            </a:xfrm>
            <a:prstGeom prst="rect">
              <a:avLst/>
            </a:prstGeom>
            <a:noFill/>
            <a:ln>
              <a:noFill/>
            </a:ln>
          </p:spPr>
          <p:txBody>
            <a:bodyPr anchorCtr="0" anchor="t" bIns="34275" lIns="34275" spcFirstLastPara="1" rIns="34275" wrap="square" tIns="34275">
              <a:noAutofit/>
            </a:bodyPr>
            <a:lstStyle/>
            <a:p>
              <a:pPr indent="0" lvl="0" marL="0" marR="0" rtl="0" algn="l">
                <a:lnSpc>
                  <a:spcPct val="90000"/>
                </a:lnSpc>
                <a:spcBef>
                  <a:spcPts val="0"/>
                </a:spcBef>
                <a:spcAft>
                  <a:spcPts val="0"/>
                </a:spcAft>
                <a:buClr>
                  <a:srgbClr val="000000"/>
                </a:buClr>
                <a:buSzPts val="900"/>
                <a:buFont typeface="Arial"/>
                <a:buNone/>
              </a:pPr>
              <a:r>
                <a:rPr b="0" i="0" lang="en" sz="900" u="none" cap="none" strike="noStrike">
                  <a:solidFill>
                    <a:schemeClr val="lt1"/>
                  </a:solidFill>
                  <a:latin typeface="Arial"/>
                  <a:ea typeface="Arial"/>
                  <a:cs typeface="Arial"/>
                  <a:sym typeface="Arial"/>
                </a:rPr>
                <a:t>Turbidity NTU Scale </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31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NTU stands for Nephelometric Turbidity unit,.</a:t>
              </a:r>
              <a:endParaRPr b="0" i="0" sz="700" u="none" cap="none" strike="noStrike">
                <a:solidFill>
                  <a:schemeClr val="lt1"/>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Ideally Drinking water has &lt;1 NTU, </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 sz="700" u="none" cap="none" strike="noStrike">
                  <a:solidFill>
                    <a:schemeClr val="lt1"/>
                  </a:solidFill>
                  <a:latin typeface="Arial"/>
                  <a:ea typeface="Arial"/>
                  <a:cs typeface="Arial"/>
                  <a:sym typeface="Arial"/>
                </a:rPr>
                <a:t>Contamination lever is </a:t>
              </a:r>
              <a:r>
                <a:rPr b="1" i="0" lang="en" sz="700" u="none" cap="none" strike="noStrike">
                  <a:solidFill>
                    <a:srgbClr val="FF0000"/>
                  </a:solidFill>
                  <a:latin typeface="Arial"/>
                  <a:ea typeface="Arial"/>
                  <a:cs typeface="Arial"/>
                  <a:sym typeface="Arial"/>
                </a:rPr>
                <a:t>10 NTU</a:t>
              </a:r>
              <a:r>
                <a:rPr b="0" i="0" lang="en" sz="700" u="none" cap="none" strike="noStrike">
                  <a:solidFill>
                    <a:schemeClr val="lt1"/>
                  </a:solidFill>
                  <a:latin typeface="Arial"/>
                  <a:ea typeface="Arial"/>
                  <a:cs typeface="Arial"/>
                  <a:sym typeface="Arial"/>
                </a:rPr>
                <a:t>, if water exceeds that value it is undrinkable.</a:t>
              </a:r>
              <a:endParaRPr b="0" i="0" sz="1400" u="none" cap="none" strike="noStrike">
                <a:solidFill>
                  <a:srgbClr val="000000"/>
                </a:solidFill>
                <a:latin typeface="Arial"/>
                <a:ea typeface="Arial"/>
                <a:cs typeface="Arial"/>
                <a:sym typeface="Arial"/>
              </a:endParaRPr>
            </a:p>
            <a:p>
              <a:pPr indent="-12700" lvl="1" marL="57150" marR="0" rtl="0" algn="l">
                <a:lnSpc>
                  <a:spcPct val="90000"/>
                </a:lnSpc>
                <a:spcBef>
                  <a:spcPts val="105"/>
                </a:spcBef>
                <a:spcAft>
                  <a:spcPts val="0"/>
                </a:spcAft>
                <a:buClr>
                  <a:srgbClr val="000000"/>
                </a:buClr>
                <a:buSzPts val="700"/>
                <a:buFont typeface="Arial"/>
                <a:buNone/>
              </a:pPr>
              <a:r>
                <a:t/>
              </a:r>
              <a:endParaRPr b="0" i="0" sz="700" u="none" cap="none" strike="noStrike">
                <a:solidFill>
                  <a:schemeClr val="lt1"/>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g218f467fd32_6_34"/>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2800"/>
              <a:t>Practical Results Comparison</a:t>
            </a:r>
            <a:endParaRPr sz="2800"/>
          </a:p>
        </p:txBody>
      </p:sp>
      <p:graphicFrame>
        <p:nvGraphicFramePr>
          <p:cNvPr id="720" name="Google Shape;720;g218f467fd32_6_34"/>
          <p:cNvGraphicFramePr/>
          <p:nvPr/>
        </p:nvGraphicFramePr>
        <p:xfrm>
          <a:off x="714375" y="1456925"/>
          <a:ext cx="3000000" cy="3000000"/>
        </p:xfrm>
        <a:graphic>
          <a:graphicData uri="http://schemas.openxmlformats.org/drawingml/2006/table">
            <a:tbl>
              <a:tblPr>
                <a:noFill/>
                <a:tableStyleId>{49EBFF9F-CF30-48E8-B9CE-A1D5BB9A463E}</a:tableStyleId>
              </a:tblPr>
              <a:tblGrid>
                <a:gridCol w="3012800"/>
                <a:gridCol w="2581550"/>
                <a:gridCol w="2462925"/>
              </a:tblGrid>
              <a:tr h="528200">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t>Tested </a:t>
                      </a:r>
                      <a:r>
                        <a:rPr b="1" lang="en" sz="1700" u="none" cap="none" strike="noStrike"/>
                        <a:t>Liquid</a:t>
                      </a:r>
                      <a:endParaRPr b="1"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t>Measured Value Range</a:t>
                      </a:r>
                      <a:endParaRPr b="1" sz="1700" u="none" cap="none" strike="noStrike"/>
                    </a:p>
                    <a:p>
                      <a:pPr indent="0" lvl="0" marL="0" marR="0" rtl="0" algn="ctr">
                        <a:lnSpc>
                          <a:spcPct val="100000"/>
                        </a:lnSpc>
                        <a:spcBef>
                          <a:spcPts val="0"/>
                        </a:spcBef>
                        <a:spcAft>
                          <a:spcPts val="0"/>
                        </a:spcAft>
                        <a:buClr>
                          <a:srgbClr val="000000"/>
                        </a:buClr>
                        <a:buSzPts val="1700"/>
                        <a:buFont typeface="Arial"/>
                        <a:buNone/>
                      </a:pPr>
                      <a:r>
                        <a:rPr b="1" lang="en" sz="1700" u="none" cap="none" strike="noStrike"/>
                        <a:t>(NTU)</a:t>
                      </a:r>
                      <a:endParaRPr b="1"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t>Normal Value Range</a:t>
                      </a:r>
                      <a:endParaRPr b="1" sz="1700" u="none" cap="none" strike="noStrike"/>
                    </a:p>
                    <a:p>
                      <a:pPr indent="0" lvl="0" marL="0" marR="0" rtl="0" algn="ctr">
                        <a:lnSpc>
                          <a:spcPct val="100000"/>
                        </a:lnSpc>
                        <a:spcBef>
                          <a:spcPts val="0"/>
                        </a:spcBef>
                        <a:spcAft>
                          <a:spcPts val="0"/>
                        </a:spcAft>
                        <a:buClr>
                          <a:srgbClr val="000000"/>
                        </a:buClr>
                        <a:buSzPts val="1700"/>
                        <a:buFont typeface="Arial"/>
                        <a:buNone/>
                      </a:pPr>
                      <a:r>
                        <a:rPr b="1" lang="en" sz="1700" u="none" cap="none" strike="noStrike"/>
                        <a:t>(NTU)</a:t>
                      </a:r>
                      <a:endParaRPr b="1" sz="1700" u="none" cap="none" strike="noStrike"/>
                    </a:p>
                  </a:txBody>
                  <a:tcPr marT="91425" marB="91425" marR="91425" marL="91425"/>
                </a:tc>
              </a:tr>
              <a:tr h="501125">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t>Tap Water </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u="none" cap="none" strike="noStrike"/>
                        <a:t>6-8</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u="none" cap="none" strike="noStrike"/>
                        <a:t>Less than 10</a:t>
                      </a:r>
                      <a:endParaRPr sz="1700" u="none" cap="none" strike="noStrike"/>
                    </a:p>
                  </a:txBody>
                  <a:tcPr marT="91425" marB="91425" marR="91425" marL="91425"/>
                </a:tc>
              </a:tr>
              <a:tr h="501125">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t>Water with dust &amp; sand </a:t>
                      </a:r>
                      <a:endParaRPr sz="1700" u="none" cap="none" strike="noStrike"/>
                    </a:p>
                    <a:p>
                      <a:pPr indent="0" lvl="0" marL="0" marR="0" rtl="0" algn="l">
                        <a:lnSpc>
                          <a:spcPct val="100000"/>
                        </a:lnSpc>
                        <a:spcBef>
                          <a:spcPts val="0"/>
                        </a:spcBef>
                        <a:spcAft>
                          <a:spcPts val="0"/>
                        </a:spcAft>
                        <a:buClr>
                          <a:srgbClr val="000000"/>
                        </a:buClr>
                        <a:buSzPts val="1700"/>
                        <a:buFont typeface="Arial"/>
                        <a:buNone/>
                      </a:pPr>
                      <a:r>
                        <a:rPr lang="en" sz="1700" u="none" cap="none" strike="noStrike"/>
                        <a:t>(partially turbid)</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u="none" cap="none" strike="noStrike"/>
                        <a:t>2</a:t>
                      </a:r>
                      <a:r>
                        <a:rPr lang="en" sz="1700"/>
                        <a:t>4</a:t>
                      </a:r>
                      <a:r>
                        <a:rPr lang="en" sz="1700" u="none" cap="none" strike="noStrike"/>
                        <a:t>-</a:t>
                      </a:r>
                      <a:r>
                        <a:rPr lang="en" sz="1700"/>
                        <a:t>30</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u="none" cap="none" strike="noStrike"/>
                        <a:t>10-50</a:t>
                      </a:r>
                      <a:endParaRPr sz="1700" u="none" cap="none" strike="noStrike"/>
                    </a:p>
                  </a:txBody>
                  <a:tcPr marT="91425" marB="91425" marR="91425" marL="91425"/>
                </a:tc>
              </a:tr>
              <a:tr h="501125">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t>Water with ink</a:t>
                      </a:r>
                      <a:endParaRPr sz="1700" u="none" cap="none" strike="noStrike"/>
                    </a:p>
                    <a:p>
                      <a:pPr indent="0" lvl="0" marL="0" marR="0" rtl="0" algn="l">
                        <a:lnSpc>
                          <a:spcPct val="100000"/>
                        </a:lnSpc>
                        <a:spcBef>
                          <a:spcPts val="0"/>
                        </a:spcBef>
                        <a:spcAft>
                          <a:spcPts val="0"/>
                        </a:spcAft>
                        <a:buClr>
                          <a:srgbClr val="000000"/>
                        </a:buClr>
                        <a:buSzPts val="1700"/>
                        <a:buFont typeface="Arial"/>
                        <a:buNone/>
                      </a:pPr>
                      <a:r>
                        <a:rPr lang="en" sz="1700" u="none" cap="none" strike="noStrike"/>
                        <a:t>(totally turbid)</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a:t>60</a:t>
                      </a:r>
                      <a:r>
                        <a:rPr lang="en" sz="1700" u="none" cap="none" strike="noStrike"/>
                        <a:t>-</a:t>
                      </a:r>
                      <a:r>
                        <a:rPr lang="en" sz="1700"/>
                        <a:t>80</a:t>
                      </a:r>
                      <a:endParaRPr sz="17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700"/>
                        <a:buFont typeface="Arial"/>
                        <a:buNone/>
                      </a:pPr>
                      <a:r>
                        <a:rPr lang="en" sz="1700" u="none" cap="none" strike="noStrike"/>
                        <a:t>More than 50</a:t>
                      </a:r>
                      <a:endParaRPr sz="1700" u="none" cap="none" strike="noStrike"/>
                    </a:p>
                  </a:txBody>
                  <a:tcPr marT="91425" marB="91425" marR="91425" marL="91425"/>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g259cad68aff_7_61"/>
          <p:cNvSpPr txBox="1"/>
          <p:nvPr>
            <p:ph type="title"/>
          </p:nvPr>
        </p:nvSpPr>
        <p:spPr>
          <a:xfrm>
            <a:off x="719950" y="443813"/>
            <a:ext cx="7704000" cy="47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200">
                <a:latin typeface="Arial"/>
                <a:ea typeface="Arial"/>
                <a:cs typeface="Arial"/>
                <a:sym typeface="Arial"/>
              </a:rPr>
              <a:t>Results from mobile app</a:t>
            </a:r>
            <a:endParaRPr sz="3200">
              <a:latin typeface="Arial"/>
              <a:ea typeface="Arial"/>
              <a:cs typeface="Arial"/>
              <a:sym typeface="Arial"/>
            </a:endParaRPr>
          </a:p>
        </p:txBody>
      </p:sp>
      <p:pic>
        <p:nvPicPr>
          <p:cNvPr id="726" name="Google Shape;726;g259cad68aff_7_61"/>
          <p:cNvPicPr preferRelativeResize="0"/>
          <p:nvPr/>
        </p:nvPicPr>
        <p:blipFill rotWithShape="1">
          <a:blip r:embed="rId3">
            <a:alphaModFix/>
          </a:blip>
          <a:srcRect b="36167" l="49342" r="3167" t="39347"/>
          <a:stretch/>
        </p:blipFill>
        <p:spPr>
          <a:xfrm>
            <a:off x="3657600" y="1371600"/>
            <a:ext cx="1828800" cy="2743200"/>
          </a:xfrm>
          <a:prstGeom prst="rect">
            <a:avLst/>
          </a:prstGeom>
          <a:noFill/>
          <a:ln>
            <a:noFill/>
          </a:ln>
        </p:spPr>
      </p:pic>
      <p:pic>
        <p:nvPicPr>
          <p:cNvPr id="727" name="Google Shape;727;g259cad68aff_7_61"/>
          <p:cNvPicPr preferRelativeResize="0"/>
          <p:nvPr/>
        </p:nvPicPr>
        <p:blipFill rotWithShape="1">
          <a:blip r:embed="rId4">
            <a:alphaModFix/>
          </a:blip>
          <a:srcRect b="37435" l="49634" r="4715" t="39705"/>
          <a:stretch/>
        </p:blipFill>
        <p:spPr>
          <a:xfrm>
            <a:off x="914400" y="1371600"/>
            <a:ext cx="1828800" cy="2743200"/>
          </a:xfrm>
          <a:prstGeom prst="rect">
            <a:avLst/>
          </a:prstGeom>
          <a:noFill/>
          <a:ln>
            <a:noFill/>
          </a:ln>
        </p:spPr>
      </p:pic>
      <p:pic>
        <p:nvPicPr>
          <p:cNvPr id="728" name="Google Shape;728;g259cad68aff_7_61"/>
          <p:cNvPicPr preferRelativeResize="0"/>
          <p:nvPr/>
        </p:nvPicPr>
        <p:blipFill rotWithShape="1">
          <a:blip r:embed="rId5">
            <a:alphaModFix/>
          </a:blip>
          <a:srcRect b="36041" l="49133" r="4387" t="39056"/>
          <a:stretch/>
        </p:blipFill>
        <p:spPr>
          <a:xfrm>
            <a:off x="6400800" y="1371600"/>
            <a:ext cx="1828800" cy="2743200"/>
          </a:xfrm>
          <a:prstGeom prst="rect">
            <a:avLst/>
          </a:prstGeom>
          <a:noFill/>
          <a:ln>
            <a:noFill/>
          </a:ln>
        </p:spPr>
      </p:pic>
      <p:sp>
        <p:nvSpPr>
          <p:cNvPr id="729" name="Google Shape;729;g259cad68aff_7_61"/>
          <p:cNvSpPr txBox="1"/>
          <p:nvPr/>
        </p:nvSpPr>
        <p:spPr>
          <a:xfrm>
            <a:off x="3657600" y="4206240"/>
            <a:ext cx="1668600" cy="877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rgbClr val="000000"/>
              </a:buClr>
              <a:buSzPts val="1700"/>
              <a:buFont typeface="Arial"/>
              <a:buNone/>
            </a:pPr>
            <a:r>
              <a:rPr b="1" lang="en" sz="1500">
                <a:solidFill>
                  <a:srgbClr val="F1C232"/>
                </a:solidFill>
              </a:rPr>
              <a:t>Water with dust &amp; sand </a:t>
            </a:r>
            <a:endParaRPr b="1" sz="1500">
              <a:solidFill>
                <a:srgbClr val="F1C232"/>
              </a:solidFill>
            </a:endParaRPr>
          </a:p>
          <a:p>
            <a:pPr indent="0" lvl="0" marL="0" rtl="0" algn="ctr">
              <a:spcBef>
                <a:spcPts val="0"/>
              </a:spcBef>
              <a:spcAft>
                <a:spcPts val="0"/>
              </a:spcAft>
              <a:buClr>
                <a:srgbClr val="000000"/>
              </a:buClr>
              <a:buSzPts val="1700"/>
              <a:buFont typeface="Arial"/>
              <a:buNone/>
            </a:pPr>
            <a:r>
              <a:rPr b="1" lang="en" sz="1500">
                <a:solidFill>
                  <a:srgbClr val="F1C232"/>
                </a:solidFill>
              </a:rPr>
              <a:t>(partially turbid)</a:t>
            </a:r>
            <a:endParaRPr b="1">
              <a:solidFill>
                <a:srgbClr val="F1C232"/>
              </a:solidFill>
            </a:endParaRPr>
          </a:p>
        </p:txBody>
      </p:sp>
      <p:sp>
        <p:nvSpPr>
          <p:cNvPr id="730" name="Google Shape;730;g259cad68aff_7_61"/>
          <p:cNvSpPr txBox="1"/>
          <p:nvPr/>
        </p:nvSpPr>
        <p:spPr>
          <a:xfrm>
            <a:off x="914400" y="4206240"/>
            <a:ext cx="1668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6AA84F"/>
                </a:solidFill>
              </a:rPr>
              <a:t>Tap Water</a:t>
            </a:r>
            <a:endParaRPr b="1" sz="1600">
              <a:solidFill>
                <a:srgbClr val="6AA84F"/>
              </a:solidFill>
            </a:endParaRPr>
          </a:p>
          <a:p>
            <a:pPr indent="0" lvl="0" marL="0" rtl="0" algn="ctr">
              <a:spcBef>
                <a:spcPts val="0"/>
              </a:spcBef>
              <a:spcAft>
                <a:spcPts val="0"/>
              </a:spcAft>
              <a:buNone/>
            </a:pPr>
            <a:r>
              <a:rPr b="1" lang="en" sz="1600">
                <a:solidFill>
                  <a:srgbClr val="6AA84F"/>
                </a:solidFill>
              </a:rPr>
              <a:t>(Normal)</a:t>
            </a:r>
            <a:endParaRPr b="1" sz="1600">
              <a:solidFill>
                <a:srgbClr val="6AA84F"/>
              </a:solidFill>
            </a:endParaRPr>
          </a:p>
        </p:txBody>
      </p:sp>
      <p:sp>
        <p:nvSpPr>
          <p:cNvPr id="731" name="Google Shape;731;g259cad68aff_7_61"/>
          <p:cNvSpPr txBox="1"/>
          <p:nvPr/>
        </p:nvSpPr>
        <p:spPr>
          <a:xfrm>
            <a:off x="6480900" y="4206240"/>
            <a:ext cx="16686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700"/>
              <a:buFont typeface="Arial"/>
              <a:buNone/>
            </a:pPr>
            <a:r>
              <a:rPr b="1" lang="en" sz="1700">
                <a:solidFill>
                  <a:srgbClr val="CC0000"/>
                </a:solidFill>
              </a:rPr>
              <a:t>Water with ink</a:t>
            </a:r>
            <a:endParaRPr b="1" sz="1700">
              <a:solidFill>
                <a:srgbClr val="CC0000"/>
              </a:solidFill>
            </a:endParaRPr>
          </a:p>
          <a:p>
            <a:pPr indent="0" lvl="0" marL="0" rtl="0" algn="ctr">
              <a:spcBef>
                <a:spcPts val="0"/>
              </a:spcBef>
              <a:spcAft>
                <a:spcPts val="0"/>
              </a:spcAft>
              <a:buNone/>
            </a:pPr>
            <a:r>
              <a:rPr b="1" lang="en" sz="1700">
                <a:solidFill>
                  <a:srgbClr val="CC0000"/>
                </a:solidFill>
              </a:rPr>
              <a:t>(totally turbid</a:t>
            </a:r>
            <a:r>
              <a:rPr b="1" lang="en" sz="1600">
                <a:solidFill>
                  <a:srgbClr val="CC0000"/>
                </a:solidFill>
              </a:rPr>
              <a:t>)</a:t>
            </a:r>
            <a:endParaRPr b="1" sz="1600">
              <a:solidFill>
                <a:srgbClr val="CC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g218f467fd32_6_1"/>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200">
                <a:solidFill>
                  <a:srgbClr val="46A9E7"/>
                </a:solidFill>
                <a:latin typeface="Arial"/>
                <a:ea typeface="Arial"/>
                <a:cs typeface="Arial"/>
                <a:sym typeface="Arial"/>
              </a:rPr>
              <a:t>Water Temperature Sensor</a:t>
            </a:r>
            <a:endParaRPr sz="3200"/>
          </a:p>
        </p:txBody>
      </p:sp>
      <p:pic>
        <p:nvPicPr>
          <p:cNvPr id="737" name="Google Shape;737;g218f467fd32_6_1"/>
          <p:cNvPicPr preferRelativeResize="0"/>
          <p:nvPr/>
        </p:nvPicPr>
        <p:blipFill rotWithShape="1">
          <a:blip r:embed="rId3">
            <a:alphaModFix/>
          </a:blip>
          <a:srcRect b="0" l="0" r="0" t="0"/>
          <a:stretch/>
        </p:blipFill>
        <p:spPr>
          <a:xfrm>
            <a:off x="152400" y="1170125"/>
            <a:ext cx="8763590" cy="3820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g259cad68aff_7_107"/>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2800"/>
              <a:t>Practical Results Comparison</a:t>
            </a:r>
            <a:endParaRPr sz="2800"/>
          </a:p>
        </p:txBody>
      </p:sp>
      <p:graphicFrame>
        <p:nvGraphicFramePr>
          <p:cNvPr id="743" name="Google Shape;743;g259cad68aff_7_107"/>
          <p:cNvGraphicFramePr/>
          <p:nvPr/>
        </p:nvGraphicFramePr>
        <p:xfrm>
          <a:off x="2481263" y="1371660"/>
          <a:ext cx="3000000" cy="3000000"/>
        </p:xfrm>
        <a:graphic>
          <a:graphicData uri="http://schemas.openxmlformats.org/drawingml/2006/table">
            <a:tbl>
              <a:tblPr>
                <a:noFill/>
                <a:tableStyleId>{AF9F810C-E2AA-4093-BF5B-450F6E11DF0C}</a:tableStyleId>
              </a:tblPr>
              <a:tblGrid>
                <a:gridCol w="2152650"/>
                <a:gridCol w="2028825"/>
              </a:tblGrid>
              <a:tr h="323850">
                <a:tc>
                  <a:txBody>
                    <a:bodyPr/>
                    <a:lstStyle/>
                    <a:p>
                      <a:pPr indent="0" lvl="0" marL="0" rtl="0" algn="ctr">
                        <a:lnSpc>
                          <a:spcPct val="115000"/>
                        </a:lnSpc>
                        <a:spcBef>
                          <a:spcPts val="1200"/>
                        </a:spcBef>
                        <a:spcAft>
                          <a:spcPts val="1200"/>
                        </a:spcAft>
                        <a:buNone/>
                      </a:pPr>
                      <a:r>
                        <a:rPr b="1" lang="en" sz="1700"/>
                        <a:t>Test Case</a:t>
                      </a:r>
                      <a:endParaRPr b="1" sz="1700"/>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700"/>
                        <a:t>Measured Value</a:t>
                      </a:r>
                      <a:endParaRPr b="1" sz="1700"/>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3850">
                <a:tc>
                  <a:txBody>
                    <a:bodyPr/>
                    <a:lstStyle/>
                    <a:p>
                      <a:pPr indent="0" lvl="0" marL="0" rtl="0" algn="ctr">
                        <a:lnSpc>
                          <a:spcPct val="115000"/>
                        </a:lnSpc>
                        <a:spcBef>
                          <a:spcPts val="1200"/>
                        </a:spcBef>
                        <a:spcAft>
                          <a:spcPts val="1200"/>
                        </a:spcAft>
                        <a:buNone/>
                      </a:pPr>
                      <a:r>
                        <a:rPr lang="en" sz="1700"/>
                        <a:t>Cold water</a:t>
                      </a:r>
                      <a:endParaRPr b="1" sz="1700"/>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700"/>
                        <a:t>10-25℃</a:t>
                      </a:r>
                      <a:endParaRPr b="1" sz="1700"/>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7650">
                <a:tc>
                  <a:txBody>
                    <a:bodyPr/>
                    <a:lstStyle/>
                    <a:p>
                      <a:pPr indent="0" lvl="0" marL="0" rtl="0" algn="ctr">
                        <a:lnSpc>
                          <a:spcPct val="115000"/>
                        </a:lnSpc>
                        <a:spcBef>
                          <a:spcPts val="1200"/>
                        </a:spcBef>
                        <a:spcAft>
                          <a:spcPts val="1200"/>
                        </a:spcAft>
                        <a:buNone/>
                      </a:pPr>
                      <a:r>
                        <a:rPr lang="en" sz="1700"/>
                        <a:t>Tap water</a:t>
                      </a:r>
                      <a:endParaRPr sz="1700"/>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700"/>
                        <a:t>25-35 ℃</a:t>
                      </a:r>
                      <a:endParaRPr sz="1700"/>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ctr">
                        <a:lnSpc>
                          <a:spcPct val="115000"/>
                        </a:lnSpc>
                        <a:spcBef>
                          <a:spcPts val="1200"/>
                        </a:spcBef>
                        <a:spcAft>
                          <a:spcPts val="1200"/>
                        </a:spcAft>
                        <a:buNone/>
                      </a:pPr>
                      <a:r>
                        <a:rPr lang="en" sz="1700"/>
                        <a:t>Warm </a:t>
                      </a:r>
                      <a:r>
                        <a:rPr lang="en" sz="1700"/>
                        <a:t>water</a:t>
                      </a:r>
                      <a:endParaRPr sz="1700"/>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700"/>
                        <a:t>35</a:t>
                      </a:r>
                      <a:r>
                        <a:rPr lang="en" sz="1700"/>
                        <a:t>-90℃</a:t>
                      </a:r>
                      <a:endParaRPr sz="1700"/>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g259cad68aff_7_71"/>
          <p:cNvSpPr txBox="1"/>
          <p:nvPr>
            <p:ph type="title"/>
          </p:nvPr>
        </p:nvSpPr>
        <p:spPr>
          <a:xfrm>
            <a:off x="719950" y="443813"/>
            <a:ext cx="7704000" cy="47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200">
                <a:latin typeface="Arial"/>
                <a:ea typeface="Arial"/>
                <a:cs typeface="Arial"/>
                <a:sym typeface="Arial"/>
              </a:rPr>
              <a:t>Results from mobile app</a:t>
            </a:r>
            <a:endParaRPr sz="3200">
              <a:latin typeface="Arial"/>
              <a:ea typeface="Arial"/>
              <a:cs typeface="Arial"/>
              <a:sym typeface="Arial"/>
            </a:endParaRPr>
          </a:p>
        </p:txBody>
      </p:sp>
      <p:pic>
        <p:nvPicPr>
          <p:cNvPr id="749" name="Google Shape;749;g259cad68aff_7_71"/>
          <p:cNvPicPr preferRelativeResize="0"/>
          <p:nvPr/>
        </p:nvPicPr>
        <p:blipFill rotWithShape="1">
          <a:blip r:embed="rId3">
            <a:alphaModFix/>
          </a:blip>
          <a:srcRect b="11800" l="49398" r="3411" t="63928"/>
          <a:stretch/>
        </p:blipFill>
        <p:spPr>
          <a:xfrm>
            <a:off x="3657600" y="1371600"/>
            <a:ext cx="1828800" cy="2743200"/>
          </a:xfrm>
          <a:prstGeom prst="rect">
            <a:avLst/>
          </a:prstGeom>
          <a:noFill/>
          <a:ln>
            <a:noFill/>
          </a:ln>
        </p:spPr>
      </p:pic>
      <p:pic>
        <p:nvPicPr>
          <p:cNvPr id="750" name="Google Shape;750;g259cad68aff_7_71"/>
          <p:cNvPicPr preferRelativeResize="0"/>
          <p:nvPr/>
        </p:nvPicPr>
        <p:blipFill rotWithShape="1">
          <a:blip r:embed="rId4">
            <a:alphaModFix/>
          </a:blip>
          <a:srcRect b="11560" l="49423" r="4430" t="63509"/>
          <a:stretch/>
        </p:blipFill>
        <p:spPr>
          <a:xfrm>
            <a:off x="914400" y="1371600"/>
            <a:ext cx="1828800" cy="2743200"/>
          </a:xfrm>
          <a:prstGeom prst="rect">
            <a:avLst/>
          </a:prstGeom>
          <a:noFill/>
          <a:ln>
            <a:noFill/>
          </a:ln>
        </p:spPr>
      </p:pic>
      <p:pic>
        <p:nvPicPr>
          <p:cNvPr id="751" name="Google Shape;751;g259cad68aff_7_71"/>
          <p:cNvPicPr preferRelativeResize="0"/>
          <p:nvPr/>
        </p:nvPicPr>
        <p:blipFill rotWithShape="1">
          <a:blip r:embed="rId5">
            <a:alphaModFix/>
          </a:blip>
          <a:srcRect b="11808" l="49132" r="4459" t="64179"/>
          <a:stretch/>
        </p:blipFill>
        <p:spPr>
          <a:xfrm>
            <a:off x="6400800" y="1371600"/>
            <a:ext cx="1828800" cy="2743200"/>
          </a:xfrm>
          <a:prstGeom prst="rect">
            <a:avLst/>
          </a:prstGeom>
          <a:noFill/>
          <a:ln>
            <a:noFill/>
          </a:ln>
        </p:spPr>
      </p:pic>
      <p:sp>
        <p:nvSpPr>
          <p:cNvPr id="752" name="Google Shape;752;g259cad68aff_7_71"/>
          <p:cNvSpPr txBox="1"/>
          <p:nvPr/>
        </p:nvSpPr>
        <p:spPr>
          <a:xfrm>
            <a:off x="3657600" y="4206240"/>
            <a:ext cx="1668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6AA84F"/>
                </a:solidFill>
              </a:rPr>
              <a:t>Tap Water</a:t>
            </a:r>
            <a:endParaRPr b="1" sz="1600">
              <a:solidFill>
                <a:srgbClr val="6AA84F"/>
              </a:solidFill>
            </a:endParaRPr>
          </a:p>
        </p:txBody>
      </p:sp>
      <p:sp>
        <p:nvSpPr>
          <p:cNvPr id="753" name="Google Shape;753;g259cad68aff_7_71"/>
          <p:cNvSpPr txBox="1"/>
          <p:nvPr/>
        </p:nvSpPr>
        <p:spPr>
          <a:xfrm>
            <a:off x="914400" y="4206240"/>
            <a:ext cx="1668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3C78D8"/>
                </a:solidFill>
              </a:rPr>
              <a:t>Cold Water</a:t>
            </a:r>
            <a:endParaRPr b="1" sz="1600">
              <a:solidFill>
                <a:srgbClr val="3C78D8"/>
              </a:solidFill>
            </a:endParaRPr>
          </a:p>
        </p:txBody>
      </p:sp>
      <p:sp>
        <p:nvSpPr>
          <p:cNvPr id="754" name="Google Shape;754;g259cad68aff_7_71"/>
          <p:cNvSpPr txBox="1"/>
          <p:nvPr/>
        </p:nvSpPr>
        <p:spPr>
          <a:xfrm>
            <a:off x="6480900" y="4206240"/>
            <a:ext cx="1668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CC0000"/>
                </a:solidFill>
              </a:rPr>
              <a:t>Warm </a:t>
            </a:r>
            <a:r>
              <a:rPr b="1" lang="en" sz="1600">
                <a:solidFill>
                  <a:srgbClr val="CC0000"/>
                </a:solidFill>
              </a:rPr>
              <a:t>Water</a:t>
            </a:r>
            <a:endParaRPr b="1" sz="1600">
              <a:solidFill>
                <a:srgbClr val="CC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1bbaa8f0957_2_246"/>
          <p:cNvSpPr txBox="1"/>
          <p:nvPr>
            <p:ph type="title"/>
          </p:nvPr>
        </p:nvSpPr>
        <p:spPr>
          <a:xfrm>
            <a:off x="122099" y="169281"/>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2400">
                <a:latin typeface="Arial"/>
                <a:ea typeface="Arial"/>
                <a:cs typeface="Arial"/>
                <a:sym typeface="Arial"/>
              </a:rPr>
              <a:t>Missing Sensors &amp; How to overcome them</a:t>
            </a:r>
            <a:endParaRPr sz="2400">
              <a:latin typeface="Arial"/>
              <a:ea typeface="Arial"/>
              <a:cs typeface="Arial"/>
              <a:sym typeface="Arial"/>
            </a:endParaRPr>
          </a:p>
        </p:txBody>
      </p:sp>
      <p:grpSp>
        <p:nvGrpSpPr>
          <p:cNvPr id="760" name="Google Shape;760;g1bbaa8f0957_2_246"/>
          <p:cNvGrpSpPr/>
          <p:nvPr/>
        </p:nvGrpSpPr>
        <p:grpSpPr>
          <a:xfrm>
            <a:off x="1527817" y="649224"/>
            <a:ext cx="6841500" cy="4306466"/>
            <a:chOff x="1003217" y="4415"/>
            <a:chExt cx="6841500" cy="4306466"/>
          </a:xfrm>
        </p:grpSpPr>
        <p:sp>
          <p:nvSpPr>
            <p:cNvPr id="761" name="Google Shape;761;g1bbaa8f0957_2_246"/>
            <p:cNvSpPr/>
            <p:nvPr/>
          </p:nvSpPr>
          <p:spPr>
            <a:xfrm>
              <a:off x="2336236" y="4415"/>
              <a:ext cx="4175400" cy="910200"/>
            </a:xfrm>
            <a:prstGeom prst="roundRect">
              <a:avLst>
                <a:gd fmla="val 10000" name="adj"/>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g1bbaa8f0957_2_246"/>
            <p:cNvSpPr txBox="1"/>
            <p:nvPr/>
          </p:nvSpPr>
          <p:spPr>
            <a:xfrm>
              <a:off x="2362891" y="31070"/>
              <a:ext cx="4122300" cy="8568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rgbClr val="000000"/>
                </a:buClr>
                <a:buSzPts val="2000"/>
                <a:buFont typeface="Arial"/>
                <a:buNone/>
              </a:pPr>
              <a:r>
                <a:rPr b="0" i="0" lang="en" sz="2000" u="none" cap="none" strike="noStrike">
                  <a:solidFill>
                    <a:schemeClr val="lt1"/>
                  </a:solidFill>
                  <a:latin typeface="Arial"/>
                  <a:ea typeface="Arial"/>
                  <a:cs typeface="Arial"/>
                  <a:sym typeface="Arial"/>
                </a:rPr>
                <a:t>Water Dissolved Oxygen Sensor</a:t>
              </a:r>
              <a:endParaRPr b="0" i="0" sz="1400" u="none" cap="none" strike="noStrike">
                <a:solidFill>
                  <a:srgbClr val="000000"/>
                </a:solidFill>
                <a:latin typeface="Arial"/>
                <a:ea typeface="Arial"/>
                <a:cs typeface="Arial"/>
                <a:sym typeface="Arial"/>
              </a:endParaRPr>
            </a:p>
          </p:txBody>
        </p:sp>
        <p:sp>
          <p:nvSpPr>
            <p:cNvPr id="763" name="Google Shape;763;g1bbaa8f0957_2_246"/>
            <p:cNvSpPr/>
            <p:nvPr/>
          </p:nvSpPr>
          <p:spPr>
            <a:xfrm rot="5400000">
              <a:off x="4192315" y="945518"/>
              <a:ext cx="463500" cy="555900"/>
            </a:xfrm>
            <a:prstGeom prst="rightArrow">
              <a:avLst>
                <a:gd fmla="val 60000" name="adj1"/>
                <a:gd fmla="val 50000" name="adj2"/>
              </a:avLst>
            </a:prstGeom>
            <a:solidFill>
              <a:srgbClr val="AFD1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g1bbaa8f0957_2_246"/>
            <p:cNvSpPr txBox="1"/>
            <p:nvPr/>
          </p:nvSpPr>
          <p:spPr>
            <a:xfrm>
              <a:off x="4257190" y="991718"/>
              <a:ext cx="333600" cy="324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765" name="Google Shape;765;g1bbaa8f0957_2_246"/>
            <p:cNvSpPr/>
            <p:nvPr/>
          </p:nvSpPr>
          <p:spPr>
            <a:xfrm>
              <a:off x="2603353" y="1532304"/>
              <a:ext cx="3641400" cy="925200"/>
            </a:xfrm>
            <a:prstGeom prst="roundRect">
              <a:avLst>
                <a:gd fmla="val 10000" name="adj"/>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g1bbaa8f0957_2_246"/>
            <p:cNvSpPr txBox="1"/>
            <p:nvPr/>
          </p:nvSpPr>
          <p:spPr>
            <a:xfrm>
              <a:off x="2630447" y="1559398"/>
              <a:ext cx="3587100" cy="8709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rgbClr val="000000"/>
                </a:buClr>
                <a:buSzPts val="2000"/>
                <a:buFont typeface="Arial"/>
                <a:buNone/>
              </a:pPr>
              <a:r>
                <a:rPr b="0" i="0" lang="en" sz="2000" u="none" cap="none" strike="noStrike">
                  <a:solidFill>
                    <a:schemeClr val="lt1"/>
                  </a:solidFill>
                  <a:latin typeface="Arial"/>
                  <a:ea typeface="Arial"/>
                  <a:cs typeface="Arial"/>
                  <a:sym typeface="Arial"/>
                </a:rPr>
                <a:t>Combination of TDS &amp; Water Temperature Readings</a:t>
              </a:r>
              <a:endParaRPr b="0" i="0" sz="1400" u="none" cap="none" strike="noStrike">
                <a:solidFill>
                  <a:srgbClr val="000000"/>
                </a:solidFill>
                <a:latin typeface="Arial"/>
                <a:ea typeface="Arial"/>
                <a:cs typeface="Arial"/>
                <a:sym typeface="Arial"/>
              </a:endParaRPr>
            </a:p>
          </p:txBody>
        </p:sp>
        <p:sp>
          <p:nvSpPr>
            <p:cNvPr id="767" name="Google Shape;767;g1bbaa8f0957_2_246"/>
            <p:cNvSpPr/>
            <p:nvPr/>
          </p:nvSpPr>
          <p:spPr>
            <a:xfrm rot="5400000">
              <a:off x="4192315" y="2488395"/>
              <a:ext cx="463500" cy="555900"/>
            </a:xfrm>
            <a:prstGeom prst="rightArrow">
              <a:avLst>
                <a:gd fmla="val 60000" name="adj1"/>
                <a:gd fmla="val 50000" name="adj2"/>
              </a:avLst>
            </a:prstGeom>
            <a:solidFill>
              <a:srgbClr val="AFD1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g1bbaa8f0957_2_246"/>
            <p:cNvSpPr txBox="1"/>
            <p:nvPr/>
          </p:nvSpPr>
          <p:spPr>
            <a:xfrm>
              <a:off x="4257190" y="2534595"/>
              <a:ext cx="333600" cy="324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769" name="Google Shape;769;g1bbaa8f0957_2_246"/>
            <p:cNvSpPr/>
            <p:nvPr/>
          </p:nvSpPr>
          <p:spPr>
            <a:xfrm>
              <a:off x="1003217" y="3075181"/>
              <a:ext cx="6841500" cy="1235700"/>
            </a:xfrm>
            <a:prstGeom prst="roundRect">
              <a:avLst>
                <a:gd fmla="val 10000" name="adj"/>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g1bbaa8f0957_2_246"/>
            <p:cNvSpPr txBox="1"/>
            <p:nvPr/>
          </p:nvSpPr>
          <p:spPr>
            <a:xfrm>
              <a:off x="1039407" y="3111371"/>
              <a:ext cx="6769200" cy="1163100"/>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1" i="0" lang="en" sz="2000" u="none" cap="none" strike="noStrike">
                  <a:solidFill>
                    <a:schemeClr val="lt1"/>
                  </a:solidFill>
                  <a:latin typeface="Arial"/>
                  <a:ea typeface="Arial"/>
                  <a:cs typeface="Arial"/>
                  <a:sym typeface="Arial"/>
                </a:rPr>
                <a:t>- </a:t>
              </a:r>
              <a:r>
                <a:rPr b="0" i="0" lang="en" sz="1400" u="none" cap="none" strike="noStrike">
                  <a:solidFill>
                    <a:schemeClr val="lt1"/>
                  </a:solidFill>
                  <a:latin typeface="Arial"/>
                  <a:ea typeface="Arial"/>
                  <a:cs typeface="Arial"/>
                  <a:sym typeface="Arial"/>
                </a:rPr>
                <a:t>As temperature decrease and TDS mg/L(ppm) value decrease the percentage of dissolved oxygen increase</a:t>
              </a:r>
              <a:r>
                <a:rPr lang="en">
                  <a:solidFill>
                    <a:schemeClr val="lt1"/>
                  </a:solidFill>
                </a:rPr>
                <a:t>.</a:t>
              </a:r>
              <a:endParaRPr b="0" i="0" sz="1400" u="none" cap="none" strike="noStrike">
                <a:solidFill>
                  <a:schemeClr val="lt1"/>
                </a:solidFill>
                <a:latin typeface="Arial"/>
                <a:ea typeface="Arial"/>
                <a:cs typeface="Arial"/>
                <a:sym typeface="Arial"/>
              </a:endParaRPr>
            </a:p>
            <a:p>
              <a:pPr indent="0" lvl="0" marL="0" marR="0" rtl="0" algn="l">
                <a:lnSpc>
                  <a:spcPct val="90000"/>
                </a:lnSpc>
                <a:spcBef>
                  <a:spcPts val="70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t>
              </a:r>
              <a:r>
                <a:rPr b="1" i="0" lang="en" sz="1400" u="none" cap="none" strike="noStrike">
                  <a:solidFill>
                    <a:schemeClr val="lt1"/>
                  </a:solidFill>
                  <a:latin typeface="Arial"/>
                  <a:ea typeface="Arial"/>
                  <a:cs typeface="Arial"/>
                  <a:sym typeface="Arial"/>
                </a:rPr>
                <a:t> </a:t>
              </a:r>
              <a:r>
                <a:rPr b="0" i="0" lang="en" sz="1400" u="none" cap="none" strike="noStrike">
                  <a:solidFill>
                    <a:schemeClr val="lt1"/>
                  </a:solidFill>
                  <a:latin typeface="Arial"/>
                  <a:ea typeface="Arial"/>
                  <a:cs typeface="Arial"/>
                  <a:sym typeface="Arial"/>
                </a:rPr>
                <a:t>If TDS reading between 0-400 ppm &amp; temperature between 5ºC to 30 ºC  percentage of oxygen will be between </a:t>
              </a:r>
              <a:r>
                <a:rPr lang="en">
                  <a:solidFill>
                    <a:schemeClr val="lt1"/>
                  </a:solidFill>
                </a:rPr>
                <a:t>8</a:t>
              </a:r>
              <a:r>
                <a:rPr b="0" i="0" lang="en" sz="1400" u="none" cap="none" strike="noStrike">
                  <a:solidFill>
                    <a:schemeClr val="lt1"/>
                  </a:solidFill>
                  <a:latin typeface="Arial"/>
                  <a:ea typeface="Arial"/>
                  <a:cs typeface="Arial"/>
                  <a:sym typeface="Arial"/>
                </a:rPr>
                <a:t> &amp; </a:t>
              </a:r>
              <a:r>
                <a:rPr lang="en">
                  <a:solidFill>
                    <a:schemeClr val="lt1"/>
                  </a:solidFill>
                </a:rPr>
                <a:t>15</a:t>
              </a:r>
              <a:r>
                <a:rPr b="0" i="0" lang="en" sz="1400" u="none" cap="none" strike="noStrike">
                  <a:solidFill>
                    <a:schemeClr val="lt1"/>
                  </a:solidFill>
                  <a:latin typeface="Arial"/>
                  <a:ea typeface="Arial"/>
                  <a:cs typeface="Arial"/>
                  <a:sym typeface="Arial"/>
                </a:rPr>
                <a:t> mg/L.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490"/>
                </a:spcBef>
                <a:spcAft>
                  <a:spcPts val="0"/>
                </a:spcAft>
                <a:buClr>
                  <a:srgbClr val="000000"/>
                </a:buClr>
                <a:buSzPts val="2000"/>
                <a:buFont typeface="Arial"/>
                <a:buNone/>
              </a:pPr>
              <a:r>
                <a:rPr b="1" i="0" lang="en" sz="2000" u="none" cap="none" strike="noStrike">
                  <a:solidFill>
                    <a:schemeClr val="lt1"/>
                  </a:solidFill>
                  <a:latin typeface="Arial"/>
                  <a:ea typeface="Arial"/>
                  <a:cs typeface="Arial"/>
                  <a:sym typeface="Arial"/>
                </a:rPr>
                <a:t>-</a:t>
              </a:r>
              <a:r>
                <a:rPr b="0" i="0" lang="en" sz="1400" u="none" cap="none" strike="noStrike">
                  <a:solidFill>
                    <a:schemeClr val="lt1"/>
                  </a:solidFill>
                  <a:latin typeface="Arial"/>
                  <a:ea typeface="Arial"/>
                  <a:cs typeface="Arial"/>
                  <a:sym typeface="Arial"/>
                </a:rPr>
                <a:t> Drinking water dissolved oxygen value is between </a:t>
              </a:r>
              <a:r>
                <a:rPr lang="en">
                  <a:solidFill>
                    <a:schemeClr val="lt1"/>
                  </a:solidFill>
                </a:rPr>
                <a:t>7</a:t>
              </a:r>
              <a:r>
                <a:rPr b="0" i="0" lang="en" sz="1400" u="none" cap="none" strike="noStrike">
                  <a:solidFill>
                    <a:schemeClr val="lt1"/>
                  </a:solidFill>
                  <a:latin typeface="Arial"/>
                  <a:ea typeface="Arial"/>
                  <a:cs typeface="Arial"/>
                  <a:sym typeface="Arial"/>
                </a:rPr>
                <a:t>.5 &amp; </a:t>
              </a:r>
              <a:r>
                <a:rPr lang="en">
                  <a:solidFill>
                    <a:schemeClr val="lt1"/>
                  </a:solidFill>
                </a:rPr>
                <a:t>9</a:t>
              </a:r>
              <a:r>
                <a:rPr b="0" i="0" lang="en" sz="1400" u="none" cap="none" strike="noStrike">
                  <a:solidFill>
                    <a:schemeClr val="lt1"/>
                  </a:solidFill>
                  <a:latin typeface="Arial"/>
                  <a:ea typeface="Arial"/>
                  <a:cs typeface="Arial"/>
                  <a:sym typeface="Arial"/>
                </a:rPr>
                <a:t> mg/L.</a:t>
              </a:r>
              <a:endParaRPr>
                <a:solidFill>
                  <a:schemeClr val="lt1"/>
                </a:solidFill>
              </a:endParaRPr>
            </a:p>
          </p:txBody>
        </p:sp>
      </p:grpSp>
      <p:sp>
        <p:nvSpPr>
          <p:cNvPr id="771" name="Google Shape;771;g1bbaa8f0957_2_246"/>
          <p:cNvSpPr txBox="1"/>
          <p:nvPr/>
        </p:nvSpPr>
        <p:spPr>
          <a:xfrm>
            <a:off x="130899" y="1000866"/>
            <a:ext cx="2006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Missing Sensor</a:t>
            </a:r>
            <a:endParaRPr b="0" i="0" sz="1400" u="none" cap="none" strike="noStrike">
              <a:solidFill>
                <a:srgbClr val="000000"/>
              </a:solidFill>
              <a:latin typeface="Arial"/>
              <a:ea typeface="Arial"/>
              <a:cs typeface="Arial"/>
              <a:sym typeface="Arial"/>
            </a:endParaRPr>
          </a:p>
        </p:txBody>
      </p:sp>
      <p:sp>
        <p:nvSpPr>
          <p:cNvPr id="772" name="Google Shape;772;g1bbaa8f0957_2_246"/>
          <p:cNvSpPr txBox="1"/>
          <p:nvPr/>
        </p:nvSpPr>
        <p:spPr>
          <a:xfrm>
            <a:off x="130899" y="2567516"/>
            <a:ext cx="1765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Our Solution </a:t>
            </a:r>
            <a:endParaRPr b="0" i="0" sz="1400" u="none" cap="none" strike="noStrike">
              <a:solidFill>
                <a:srgbClr val="000000"/>
              </a:solidFill>
              <a:latin typeface="Arial"/>
              <a:ea typeface="Arial"/>
              <a:cs typeface="Arial"/>
              <a:sym typeface="Arial"/>
            </a:endParaRPr>
          </a:p>
        </p:txBody>
      </p:sp>
      <p:sp>
        <p:nvSpPr>
          <p:cNvPr id="773" name="Google Shape;773;g1bbaa8f0957_2_246"/>
          <p:cNvSpPr txBox="1"/>
          <p:nvPr/>
        </p:nvSpPr>
        <p:spPr>
          <a:xfrm>
            <a:off x="130899" y="4137626"/>
            <a:ext cx="1765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Outcome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g1bbaa8f0957_2_264"/>
          <p:cNvSpPr txBox="1"/>
          <p:nvPr>
            <p:ph type="title"/>
          </p:nvPr>
        </p:nvSpPr>
        <p:spPr>
          <a:xfrm>
            <a:off x="130899" y="169281"/>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2400">
                <a:latin typeface="Arial"/>
                <a:ea typeface="Arial"/>
                <a:cs typeface="Arial"/>
                <a:sym typeface="Arial"/>
              </a:rPr>
              <a:t>Missing Sensors &amp; How to overcome them</a:t>
            </a:r>
            <a:endParaRPr sz="2400">
              <a:latin typeface="Arial"/>
              <a:ea typeface="Arial"/>
              <a:cs typeface="Arial"/>
              <a:sym typeface="Arial"/>
            </a:endParaRPr>
          </a:p>
        </p:txBody>
      </p:sp>
      <p:grpSp>
        <p:nvGrpSpPr>
          <p:cNvPr id="779" name="Google Shape;779;g1bbaa8f0957_2_264"/>
          <p:cNvGrpSpPr/>
          <p:nvPr/>
        </p:nvGrpSpPr>
        <p:grpSpPr>
          <a:xfrm>
            <a:off x="1527817" y="758952"/>
            <a:ext cx="6841500" cy="4306466"/>
            <a:chOff x="1003217" y="4415"/>
            <a:chExt cx="6841500" cy="4306466"/>
          </a:xfrm>
        </p:grpSpPr>
        <p:sp>
          <p:nvSpPr>
            <p:cNvPr id="780" name="Google Shape;780;g1bbaa8f0957_2_264"/>
            <p:cNvSpPr/>
            <p:nvPr/>
          </p:nvSpPr>
          <p:spPr>
            <a:xfrm>
              <a:off x="2336236" y="4415"/>
              <a:ext cx="4175400" cy="910200"/>
            </a:xfrm>
            <a:prstGeom prst="roundRect">
              <a:avLst>
                <a:gd fmla="val 10000" name="adj"/>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g1bbaa8f0957_2_264"/>
            <p:cNvSpPr txBox="1"/>
            <p:nvPr/>
          </p:nvSpPr>
          <p:spPr>
            <a:xfrm>
              <a:off x="2362891" y="31070"/>
              <a:ext cx="4122300" cy="8568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rgbClr val="000000"/>
                </a:buClr>
                <a:buSzPts val="2000"/>
                <a:buFont typeface="Arial"/>
                <a:buNone/>
              </a:pPr>
              <a:r>
                <a:rPr b="0" i="0" lang="en" sz="2000" u="none" cap="none" strike="noStrike">
                  <a:solidFill>
                    <a:schemeClr val="lt1"/>
                  </a:solidFill>
                  <a:latin typeface="Arial"/>
                  <a:ea typeface="Arial"/>
                  <a:cs typeface="Arial"/>
                  <a:sym typeface="Arial"/>
                </a:rPr>
                <a:t>Water Conductivity Sensor</a:t>
              </a:r>
              <a:endParaRPr b="0" i="0" sz="1400" u="none" cap="none" strike="noStrike">
                <a:solidFill>
                  <a:srgbClr val="000000"/>
                </a:solidFill>
                <a:latin typeface="Arial"/>
                <a:ea typeface="Arial"/>
                <a:cs typeface="Arial"/>
                <a:sym typeface="Arial"/>
              </a:endParaRPr>
            </a:p>
          </p:txBody>
        </p:sp>
        <p:sp>
          <p:nvSpPr>
            <p:cNvPr id="782" name="Google Shape;782;g1bbaa8f0957_2_264"/>
            <p:cNvSpPr/>
            <p:nvPr/>
          </p:nvSpPr>
          <p:spPr>
            <a:xfrm rot="5400000">
              <a:off x="4192315" y="945518"/>
              <a:ext cx="463500" cy="555900"/>
            </a:xfrm>
            <a:prstGeom prst="rightArrow">
              <a:avLst>
                <a:gd fmla="val 60000" name="adj1"/>
                <a:gd fmla="val 50000" name="adj2"/>
              </a:avLst>
            </a:prstGeom>
            <a:solidFill>
              <a:srgbClr val="AFD1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g1bbaa8f0957_2_264"/>
            <p:cNvSpPr txBox="1"/>
            <p:nvPr/>
          </p:nvSpPr>
          <p:spPr>
            <a:xfrm>
              <a:off x="4257190" y="991718"/>
              <a:ext cx="333600" cy="324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784" name="Google Shape;784;g1bbaa8f0957_2_264"/>
            <p:cNvSpPr/>
            <p:nvPr/>
          </p:nvSpPr>
          <p:spPr>
            <a:xfrm>
              <a:off x="2603353" y="1532304"/>
              <a:ext cx="3641400" cy="925200"/>
            </a:xfrm>
            <a:prstGeom prst="roundRect">
              <a:avLst>
                <a:gd fmla="val 10000" name="adj"/>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g1bbaa8f0957_2_264"/>
            <p:cNvSpPr txBox="1"/>
            <p:nvPr/>
          </p:nvSpPr>
          <p:spPr>
            <a:xfrm>
              <a:off x="2630447" y="1559398"/>
              <a:ext cx="3587100" cy="8709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rgbClr val="000000"/>
                </a:buClr>
                <a:buSzPts val="2000"/>
                <a:buFont typeface="Arial"/>
                <a:buNone/>
              </a:pPr>
              <a:r>
                <a:rPr b="0" i="0" lang="en" sz="2000" u="none" cap="none" strike="noStrike">
                  <a:solidFill>
                    <a:schemeClr val="lt1"/>
                  </a:solidFill>
                  <a:latin typeface="Arial"/>
                  <a:ea typeface="Arial"/>
                  <a:cs typeface="Arial"/>
                  <a:sym typeface="Arial"/>
                </a:rPr>
                <a:t>Combination of TDS &amp; Water Temperature Readings</a:t>
              </a:r>
              <a:endParaRPr b="0" i="0" sz="1400" u="none" cap="none" strike="noStrike">
                <a:solidFill>
                  <a:srgbClr val="000000"/>
                </a:solidFill>
                <a:latin typeface="Arial"/>
                <a:ea typeface="Arial"/>
                <a:cs typeface="Arial"/>
                <a:sym typeface="Arial"/>
              </a:endParaRPr>
            </a:p>
          </p:txBody>
        </p:sp>
        <p:sp>
          <p:nvSpPr>
            <p:cNvPr id="786" name="Google Shape;786;g1bbaa8f0957_2_264"/>
            <p:cNvSpPr/>
            <p:nvPr/>
          </p:nvSpPr>
          <p:spPr>
            <a:xfrm rot="5400000">
              <a:off x="4192315" y="2488395"/>
              <a:ext cx="463500" cy="555900"/>
            </a:xfrm>
            <a:prstGeom prst="rightArrow">
              <a:avLst>
                <a:gd fmla="val 60000" name="adj1"/>
                <a:gd fmla="val 50000" name="adj2"/>
              </a:avLst>
            </a:prstGeom>
            <a:solidFill>
              <a:srgbClr val="AFD1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g1bbaa8f0957_2_264"/>
            <p:cNvSpPr txBox="1"/>
            <p:nvPr/>
          </p:nvSpPr>
          <p:spPr>
            <a:xfrm>
              <a:off x="4257190" y="2534595"/>
              <a:ext cx="333600" cy="324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788" name="Google Shape;788;g1bbaa8f0957_2_264"/>
            <p:cNvSpPr/>
            <p:nvPr/>
          </p:nvSpPr>
          <p:spPr>
            <a:xfrm>
              <a:off x="1003217" y="3075181"/>
              <a:ext cx="6841500" cy="1235700"/>
            </a:xfrm>
            <a:prstGeom prst="roundRect">
              <a:avLst>
                <a:gd fmla="val 10000" name="adj"/>
              </a:avLst>
            </a:prstGeom>
            <a:solidFill>
              <a:srgbClr val="43A8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g1bbaa8f0957_2_264"/>
            <p:cNvSpPr txBox="1"/>
            <p:nvPr/>
          </p:nvSpPr>
          <p:spPr>
            <a:xfrm>
              <a:off x="1039407" y="3111371"/>
              <a:ext cx="6769200" cy="1163100"/>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rgbClr val="000000"/>
                </a:buClr>
                <a:buSzPts val="2000"/>
                <a:buFont typeface="Arial"/>
                <a:buNone/>
              </a:pPr>
              <a:r>
                <a:rPr b="1" i="0" lang="en" sz="2000" u="none" cap="none" strike="noStrike">
                  <a:solidFill>
                    <a:schemeClr val="lt1"/>
                  </a:solidFill>
                  <a:latin typeface="Arial"/>
                  <a:ea typeface="Arial"/>
                  <a:cs typeface="Arial"/>
                  <a:sym typeface="Arial"/>
                </a:rPr>
                <a:t>- </a:t>
              </a:r>
              <a:r>
                <a:rPr b="0" i="0" lang="en" sz="1400" u="none" cap="none" strike="noStrike">
                  <a:solidFill>
                    <a:schemeClr val="lt1"/>
                  </a:solidFill>
                  <a:latin typeface="Arial"/>
                  <a:ea typeface="Arial"/>
                  <a:cs typeface="Arial"/>
                  <a:sym typeface="Arial"/>
                </a:rPr>
                <a:t>The more salts are dissolved in the water, the higher is the value of the electric conductivity.</a:t>
              </a:r>
              <a:endParaRPr b="0" i="0" sz="1400" u="none" cap="none" strike="noStrike">
                <a:solidFill>
                  <a:schemeClr val="lt1"/>
                </a:solidFill>
                <a:latin typeface="Arial"/>
                <a:ea typeface="Arial"/>
                <a:cs typeface="Arial"/>
                <a:sym typeface="Arial"/>
              </a:endParaRPr>
            </a:p>
            <a:p>
              <a:pPr indent="0" lvl="0" marL="0" marR="0" rtl="0" algn="l">
                <a:lnSpc>
                  <a:spcPct val="90000"/>
                </a:lnSpc>
                <a:spcBef>
                  <a:spcPts val="70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 TDS (mg/L) = k EC (µS/cm) at </a:t>
              </a:r>
              <a:r>
                <a:rPr b="1" i="0" lang="en" sz="1400" u="none" cap="none" strike="noStrike">
                  <a:solidFill>
                    <a:schemeClr val="lt1"/>
                  </a:solidFill>
                  <a:latin typeface="Arial"/>
                  <a:ea typeface="Arial"/>
                  <a:cs typeface="Arial"/>
                  <a:sym typeface="Arial"/>
                </a:rPr>
                <a:t>2</a:t>
              </a:r>
              <a:r>
                <a:rPr b="0" i="0" lang="en" sz="1400" u="none" cap="none" strike="noStrike">
                  <a:solidFill>
                    <a:schemeClr val="lt1"/>
                  </a:solidFill>
                  <a:latin typeface="Arial"/>
                  <a:ea typeface="Arial"/>
                  <a:cs typeface="Arial"/>
                  <a:sym typeface="Arial"/>
                </a:rPr>
                <a:t>5ºC. Where EC is electric conductivity.</a:t>
              </a:r>
              <a:endParaRPr b="1" i="0" sz="1400" u="none" cap="none" strike="noStrike">
                <a:solidFill>
                  <a:schemeClr val="lt1"/>
                </a:solidFill>
                <a:latin typeface="Arial"/>
                <a:ea typeface="Arial"/>
                <a:cs typeface="Arial"/>
                <a:sym typeface="Arial"/>
              </a:endParaRPr>
            </a:p>
            <a:p>
              <a:pPr indent="0" lvl="0" marL="0" marR="0" rtl="0" algn="l">
                <a:lnSpc>
                  <a:spcPct val="90000"/>
                </a:lnSpc>
                <a:spcBef>
                  <a:spcPts val="490"/>
                </a:spcBef>
                <a:spcAft>
                  <a:spcPts val="0"/>
                </a:spcAft>
                <a:buClr>
                  <a:srgbClr val="000000"/>
                </a:buClr>
                <a:buSzPts val="2000"/>
                <a:buFont typeface="Arial"/>
                <a:buNone/>
              </a:pPr>
              <a:r>
                <a:rPr b="1" i="0" lang="en" sz="2000" u="none" cap="none" strike="noStrike">
                  <a:solidFill>
                    <a:schemeClr val="lt1"/>
                  </a:solidFill>
                  <a:latin typeface="Arial"/>
                  <a:ea typeface="Arial"/>
                  <a:cs typeface="Arial"/>
                  <a:sym typeface="Arial"/>
                </a:rPr>
                <a:t>-</a:t>
              </a:r>
              <a:r>
                <a:rPr b="0" i="0" lang="en" sz="1400" u="none" cap="none" strike="noStrike">
                  <a:solidFill>
                    <a:schemeClr val="lt1"/>
                  </a:solidFill>
                  <a:latin typeface="Arial"/>
                  <a:ea typeface="Arial"/>
                  <a:cs typeface="Arial"/>
                  <a:sym typeface="Arial"/>
                </a:rPr>
                <a:t> Drinking water conductivity value is 200 to 800 µS/cm.</a:t>
              </a:r>
              <a:endParaRPr b="0" i="0" sz="1400" u="none" cap="none" strike="noStrike">
                <a:solidFill>
                  <a:srgbClr val="000000"/>
                </a:solidFill>
                <a:latin typeface="Arial"/>
                <a:ea typeface="Arial"/>
                <a:cs typeface="Arial"/>
                <a:sym typeface="Arial"/>
              </a:endParaRPr>
            </a:p>
          </p:txBody>
        </p:sp>
      </p:grpSp>
      <p:sp>
        <p:nvSpPr>
          <p:cNvPr id="790" name="Google Shape;790;g1bbaa8f0957_2_264"/>
          <p:cNvSpPr txBox="1"/>
          <p:nvPr/>
        </p:nvSpPr>
        <p:spPr>
          <a:xfrm>
            <a:off x="130899" y="1000866"/>
            <a:ext cx="2006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Missing Sensor</a:t>
            </a:r>
            <a:endParaRPr b="0" i="0" sz="1400" u="none" cap="none" strike="noStrike">
              <a:solidFill>
                <a:srgbClr val="000000"/>
              </a:solidFill>
              <a:latin typeface="Arial"/>
              <a:ea typeface="Arial"/>
              <a:cs typeface="Arial"/>
              <a:sym typeface="Arial"/>
            </a:endParaRPr>
          </a:p>
        </p:txBody>
      </p:sp>
      <p:sp>
        <p:nvSpPr>
          <p:cNvPr id="791" name="Google Shape;791;g1bbaa8f0957_2_264"/>
          <p:cNvSpPr txBox="1"/>
          <p:nvPr/>
        </p:nvSpPr>
        <p:spPr>
          <a:xfrm>
            <a:off x="130899" y="2567516"/>
            <a:ext cx="1765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Our Solution </a:t>
            </a:r>
            <a:endParaRPr b="0" i="0" sz="1400" u="none" cap="none" strike="noStrike">
              <a:solidFill>
                <a:srgbClr val="000000"/>
              </a:solidFill>
              <a:latin typeface="Arial"/>
              <a:ea typeface="Arial"/>
              <a:cs typeface="Arial"/>
              <a:sym typeface="Arial"/>
            </a:endParaRPr>
          </a:p>
        </p:txBody>
      </p:sp>
      <p:sp>
        <p:nvSpPr>
          <p:cNvPr id="792" name="Google Shape;792;g1bbaa8f0957_2_264"/>
          <p:cNvSpPr txBox="1"/>
          <p:nvPr/>
        </p:nvSpPr>
        <p:spPr>
          <a:xfrm>
            <a:off x="130899" y="4137626"/>
            <a:ext cx="1765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Outcome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g259cad68aff_4_26"/>
          <p:cNvSpPr txBox="1"/>
          <p:nvPr>
            <p:ph type="title"/>
          </p:nvPr>
        </p:nvSpPr>
        <p:spPr>
          <a:xfrm>
            <a:off x="719950" y="443813"/>
            <a:ext cx="7704000" cy="47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200">
                <a:latin typeface="Arial"/>
                <a:ea typeface="Arial"/>
                <a:cs typeface="Arial"/>
                <a:sym typeface="Arial"/>
              </a:rPr>
              <a:t>Results from mobile app</a:t>
            </a:r>
            <a:endParaRPr sz="3200">
              <a:latin typeface="Arial"/>
              <a:ea typeface="Arial"/>
              <a:cs typeface="Arial"/>
              <a:sym typeface="Arial"/>
            </a:endParaRPr>
          </a:p>
        </p:txBody>
      </p:sp>
      <p:pic>
        <p:nvPicPr>
          <p:cNvPr id="798" name="Google Shape;798;g259cad68aff_4_26"/>
          <p:cNvPicPr preferRelativeResize="0"/>
          <p:nvPr/>
        </p:nvPicPr>
        <p:blipFill rotWithShape="1">
          <a:blip r:embed="rId3">
            <a:alphaModFix/>
          </a:blip>
          <a:srcRect b="584" l="3351" r="-1074" t="63990"/>
          <a:stretch/>
        </p:blipFill>
        <p:spPr>
          <a:xfrm>
            <a:off x="967100" y="1097280"/>
            <a:ext cx="2926200" cy="3383400"/>
          </a:xfrm>
          <a:prstGeom prst="rect">
            <a:avLst/>
          </a:prstGeom>
          <a:noFill/>
          <a:ln>
            <a:noFill/>
          </a:ln>
        </p:spPr>
      </p:pic>
      <p:pic>
        <p:nvPicPr>
          <p:cNvPr id="799" name="Google Shape;799;g259cad68aff_4_26"/>
          <p:cNvPicPr preferRelativeResize="0"/>
          <p:nvPr/>
        </p:nvPicPr>
        <p:blipFill rotWithShape="1">
          <a:blip r:embed="rId4">
            <a:alphaModFix/>
          </a:blip>
          <a:srcRect b="1235" l="0" r="0" t="64362"/>
          <a:stretch/>
        </p:blipFill>
        <p:spPr>
          <a:xfrm>
            <a:off x="5486400" y="1005840"/>
            <a:ext cx="2926200" cy="33834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g218f467fd32_14_0"/>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Mobile Application</a:t>
            </a:r>
            <a:endParaRPr/>
          </a:p>
        </p:txBody>
      </p:sp>
      <p:sp>
        <p:nvSpPr>
          <p:cNvPr id="805" name="Google Shape;805;g218f467fd32_14_0"/>
          <p:cNvSpPr txBox="1"/>
          <p:nvPr>
            <p:ph idx="2" type="title"/>
          </p:nvPr>
        </p:nvSpPr>
        <p:spPr>
          <a:xfrm>
            <a:off x="2996550" y="1502600"/>
            <a:ext cx="31509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03</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g259cad68aff_4_1"/>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2800"/>
              <a:t>Problem Statement</a:t>
            </a:r>
            <a:endParaRPr sz="2800"/>
          </a:p>
        </p:txBody>
      </p:sp>
      <p:sp>
        <p:nvSpPr>
          <p:cNvPr id="811" name="Google Shape;811;g259cad68aff_4_1"/>
          <p:cNvSpPr txBox="1"/>
          <p:nvPr/>
        </p:nvSpPr>
        <p:spPr>
          <a:xfrm>
            <a:off x="635050" y="1668575"/>
            <a:ext cx="82683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 sz="2000">
                <a:latin typeface="Anaheim"/>
                <a:ea typeface="Anaheim"/>
                <a:cs typeface="Anaheim"/>
                <a:sym typeface="Anaheim"/>
              </a:rPr>
              <a:t>The beauty of this application lies in making facilities available to </a:t>
            </a:r>
            <a:r>
              <a:rPr b="1" lang="en" sz="2000">
                <a:latin typeface="Anaheim"/>
                <a:ea typeface="Anaheim"/>
                <a:cs typeface="Anaheim"/>
                <a:sym typeface="Anaheim"/>
              </a:rPr>
              <a:t>non-technical users</a:t>
            </a:r>
            <a:r>
              <a:rPr lang="en" sz="2000">
                <a:latin typeface="Anaheim"/>
                <a:ea typeface="Anaheim"/>
                <a:cs typeface="Anaheim"/>
                <a:sym typeface="Anaheim"/>
              </a:rPr>
              <a:t>, this application has </a:t>
            </a:r>
            <a:r>
              <a:rPr b="1" lang="en" sz="2000">
                <a:latin typeface="Anaheim"/>
                <a:ea typeface="Anaheim"/>
                <a:cs typeface="Anaheim"/>
                <a:sym typeface="Anaheim"/>
              </a:rPr>
              <a:t>simplified the complex </a:t>
            </a:r>
            <a:r>
              <a:rPr lang="en" sz="2000">
                <a:latin typeface="Anaheim"/>
                <a:ea typeface="Anaheim"/>
                <a:cs typeface="Anaheim"/>
                <a:sym typeface="Anaheim"/>
              </a:rPr>
              <a:t>control and</a:t>
            </a:r>
            <a:endParaRPr sz="2000">
              <a:latin typeface="Anaheim"/>
              <a:ea typeface="Anaheim"/>
              <a:cs typeface="Anaheim"/>
              <a:sym typeface="Anaheim"/>
            </a:endParaRPr>
          </a:p>
          <a:p>
            <a:pPr indent="0" lvl="0" marL="0" marR="0" rtl="0" algn="l">
              <a:lnSpc>
                <a:spcPct val="115000"/>
              </a:lnSpc>
              <a:spcBef>
                <a:spcPts val="0"/>
              </a:spcBef>
              <a:spcAft>
                <a:spcPts val="0"/>
              </a:spcAft>
              <a:buNone/>
            </a:pPr>
            <a:r>
              <a:rPr lang="en" sz="2000">
                <a:latin typeface="Anaheim"/>
                <a:ea typeface="Anaheim"/>
                <a:cs typeface="Anaheim"/>
                <a:sym typeface="Anaheim"/>
              </a:rPr>
              <a:t>monitoring processes involved in this project, making it more accessible to</a:t>
            </a:r>
            <a:endParaRPr sz="2000">
              <a:latin typeface="Anaheim"/>
              <a:ea typeface="Anaheim"/>
              <a:cs typeface="Anaheim"/>
              <a:sym typeface="Anaheim"/>
            </a:endParaRPr>
          </a:p>
          <a:p>
            <a:pPr indent="0" lvl="0" marL="457200" marR="0" rtl="0" algn="l">
              <a:lnSpc>
                <a:spcPct val="115000"/>
              </a:lnSpc>
              <a:spcBef>
                <a:spcPts val="0"/>
              </a:spcBef>
              <a:spcAft>
                <a:spcPts val="0"/>
              </a:spcAft>
              <a:buNone/>
            </a:pPr>
            <a:r>
              <a:rPr lang="en" sz="2000">
                <a:latin typeface="Anaheim"/>
                <a:ea typeface="Anaheim"/>
                <a:cs typeface="Anaheim"/>
                <a:sym typeface="Anaheim"/>
              </a:rPr>
              <a:t>employees and customers alike.</a:t>
            </a:r>
            <a:endParaRPr sz="2000">
              <a:latin typeface="Anaheim"/>
              <a:ea typeface="Anaheim"/>
              <a:cs typeface="Anaheim"/>
              <a:sym typeface="Anaheim"/>
            </a:endParaRPr>
          </a:p>
          <a:p>
            <a:pPr indent="0" lvl="0" marL="457200" marR="0" rtl="0" algn="l">
              <a:lnSpc>
                <a:spcPct val="115000"/>
              </a:lnSpc>
              <a:spcBef>
                <a:spcPts val="0"/>
              </a:spcBef>
              <a:spcAft>
                <a:spcPts val="0"/>
              </a:spcAft>
              <a:buNone/>
            </a:pPr>
            <a:r>
              <a:t/>
            </a:r>
            <a:endParaRPr sz="2000">
              <a:latin typeface="Anaheim"/>
              <a:ea typeface="Anaheim"/>
              <a:cs typeface="Anaheim"/>
              <a:sym typeface="Anaheim"/>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g259cad68aff_4_8"/>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2800"/>
              <a:t>Purpose</a:t>
            </a:r>
            <a:endParaRPr sz="2800"/>
          </a:p>
        </p:txBody>
      </p:sp>
      <p:sp>
        <p:nvSpPr>
          <p:cNvPr id="817" name="Google Shape;817;g259cad68aff_4_8"/>
          <p:cNvSpPr txBox="1"/>
          <p:nvPr/>
        </p:nvSpPr>
        <p:spPr>
          <a:xfrm>
            <a:off x="635050" y="1789175"/>
            <a:ext cx="82683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t>The purpose of this solution is to simplify the use of the system for the user by enabling them to send their location using Just One Click. Once the location is received, the system will begin controlling the boat to reach the target destination. After that, the sensors on the boat will start taking readings and transmitting them to the mobile application. The mobile application will then display the sensor readings for the user.</a:t>
            </a:r>
            <a:endParaRPr sz="17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g259cad68aff_4_19"/>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2800"/>
              <a:t>Problem Statement</a:t>
            </a:r>
            <a:endParaRPr sz="2800"/>
          </a:p>
        </p:txBody>
      </p:sp>
      <p:sp>
        <p:nvSpPr>
          <p:cNvPr id="823" name="Google Shape;823;g259cad68aff_4_19"/>
          <p:cNvSpPr txBox="1"/>
          <p:nvPr/>
        </p:nvSpPr>
        <p:spPr>
          <a:xfrm>
            <a:off x="635050" y="1789175"/>
            <a:ext cx="82683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t>Another issue that emerged was that only the user would benefit from this testcase. To address this, the mobile application can upload the test cases to the server and provide a user interface for the customer to access the test cases. This way, the customer can also benefit from the test cases stored on the server, leading to greater utilization and value from the system.</a:t>
            </a:r>
            <a:endParaRPr sz="17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pic>
        <p:nvPicPr>
          <p:cNvPr id="828" name="Google Shape;828;g218f467fd32_14_9"/>
          <p:cNvPicPr preferRelativeResize="0"/>
          <p:nvPr/>
        </p:nvPicPr>
        <p:blipFill rotWithShape="1">
          <a:blip r:embed="rId3">
            <a:alphaModFix/>
          </a:blip>
          <a:srcRect b="0" l="0" r="0" t="0"/>
          <a:stretch/>
        </p:blipFill>
        <p:spPr>
          <a:xfrm>
            <a:off x="1105850" y="0"/>
            <a:ext cx="6989600" cy="52422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pic>
        <p:nvPicPr>
          <p:cNvPr id="833" name="Google Shape;833;g218f467fd32_14_13"/>
          <p:cNvPicPr preferRelativeResize="0"/>
          <p:nvPr/>
        </p:nvPicPr>
        <p:blipFill rotWithShape="1">
          <a:blip r:embed="rId3">
            <a:alphaModFix/>
          </a:blip>
          <a:srcRect b="0" l="0" r="0" t="0"/>
          <a:stretch/>
        </p:blipFill>
        <p:spPr>
          <a:xfrm>
            <a:off x="1314825" y="0"/>
            <a:ext cx="6858000" cy="51435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259addb2349_0_0"/>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 HW Implementation</a:t>
            </a:r>
            <a:endParaRPr/>
          </a:p>
        </p:txBody>
      </p:sp>
      <p:sp>
        <p:nvSpPr>
          <p:cNvPr id="839" name="Google Shape;839;g259addb2349_0_0"/>
          <p:cNvSpPr txBox="1"/>
          <p:nvPr>
            <p:ph idx="2" type="title"/>
          </p:nvPr>
        </p:nvSpPr>
        <p:spPr>
          <a:xfrm>
            <a:off x="2996550" y="1502600"/>
            <a:ext cx="31509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04</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g1bbddf71bfd_2_0"/>
          <p:cNvSpPr txBox="1"/>
          <p:nvPr>
            <p:ph type="title"/>
          </p:nvPr>
        </p:nvSpPr>
        <p:spPr>
          <a:xfrm>
            <a:off x="720000" y="300400"/>
            <a:ext cx="77040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500"/>
              <a:buNone/>
            </a:pPr>
            <a:r>
              <a:rPr lang="en"/>
              <a:t>HW Block Diagram</a:t>
            </a:r>
            <a:endParaRPr/>
          </a:p>
        </p:txBody>
      </p:sp>
      <p:pic>
        <p:nvPicPr>
          <p:cNvPr id="845" name="Google Shape;845;g1bbddf71bfd_2_0"/>
          <p:cNvPicPr preferRelativeResize="0"/>
          <p:nvPr/>
        </p:nvPicPr>
        <p:blipFill rotWithShape="1">
          <a:blip r:embed="rId3">
            <a:alphaModFix/>
          </a:blip>
          <a:srcRect b="0" l="0" r="0" t="0"/>
          <a:stretch/>
        </p:blipFill>
        <p:spPr>
          <a:xfrm>
            <a:off x="662763" y="873100"/>
            <a:ext cx="7818475" cy="39656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g2198db1af2c_1_551"/>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b="1" lang="en" sz="2900"/>
              <a:t>MPU Sensor (Motion Processing Unit)</a:t>
            </a:r>
            <a:endParaRPr b="1" sz="2900"/>
          </a:p>
        </p:txBody>
      </p:sp>
      <p:pic>
        <p:nvPicPr>
          <p:cNvPr id="851" name="Google Shape;851;g2198db1af2c_1_551"/>
          <p:cNvPicPr preferRelativeResize="0"/>
          <p:nvPr/>
        </p:nvPicPr>
        <p:blipFill rotWithShape="1">
          <a:blip r:embed="rId3">
            <a:alphaModFix/>
          </a:blip>
          <a:srcRect b="0" l="0" r="0" t="0"/>
          <a:stretch/>
        </p:blipFill>
        <p:spPr>
          <a:xfrm>
            <a:off x="5958200" y="1362275"/>
            <a:ext cx="2333901" cy="1861376"/>
          </a:xfrm>
          <a:prstGeom prst="rect">
            <a:avLst/>
          </a:prstGeom>
          <a:noFill/>
          <a:ln>
            <a:noFill/>
          </a:ln>
        </p:spPr>
      </p:pic>
      <p:sp>
        <p:nvSpPr>
          <p:cNvPr id="852" name="Google Shape;852;g2198db1af2c_1_551"/>
          <p:cNvSpPr txBox="1"/>
          <p:nvPr/>
        </p:nvSpPr>
        <p:spPr>
          <a:xfrm>
            <a:off x="527700" y="1362275"/>
            <a:ext cx="5129400" cy="1692000"/>
          </a:xfrm>
          <a:prstGeom prst="rect">
            <a:avLst/>
          </a:prstGeom>
          <a:noFill/>
          <a:ln>
            <a:noFill/>
          </a:ln>
        </p:spPr>
        <p:txBody>
          <a:bodyPr anchorCtr="0" anchor="t" bIns="91425" lIns="91425" spcFirstLastPara="1" rIns="91425" wrap="square" tIns="91425">
            <a:spAutoFit/>
          </a:bodyPr>
          <a:lstStyle/>
          <a:p>
            <a:pPr indent="-330200" lvl="0" marL="457200" rtl="0" algn="l">
              <a:lnSpc>
                <a:spcPct val="128000"/>
              </a:lnSpc>
              <a:spcBef>
                <a:spcPts val="0"/>
              </a:spcBef>
              <a:spcAft>
                <a:spcPts val="0"/>
              </a:spcAft>
              <a:buClr>
                <a:srgbClr val="202124"/>
              </a:buClr>
              <a:buSzPts val="1600"/>
              <a:buAutoNum type="arabicPeriod"/>
            </a:pPr>
            <a:r>
              <a:rPr lang="en" sz="1600"/>
              <a:t>3 in 1 sensors: ACC, Gyro and Mag.</a:t>
            </a:r>
            <a:endParaRPr sz="1600"/>
          </a:p>
          <a:p>
            <a:pPr indent="-330200" lvl="0" marL="457200" rtl="0" algn="l">
              <a:lnSpc>
                <a:spcPct val="128000"/>
              </a:lnSpc>
              <a:spcBef>
                <a:spcPts val="0"/>
              </a:spcBef>
              <a:spcAft>
                <a:spcPts val="0"/>
              </a:spcAft>
              <a:buClr>
                <a:srgbClr val="202124"/>
              </a:buClr>
              <a:buSzPts val="1600"/>
              <a:buAutoNum type="arabicPeriod"/>
            </a:pPr>
            <a:r>
              <a:rPr lang="en" sz="1600"/>
              <a:t>Gets Yaw, Pitch and Roll angles.</a:t>
            </a:r>
            <a:endParaRPr sz="1600">
              <a:solidFill>
                <a:srgbClr val="202124"/>
              </a:solidFill>
              <a:highlight>
                <a:srgbClr val="F8F9FA"/>
              </a:highlight>
            </a:endParaRPr>
          </a:p>
          <a:p>
            <a:pPr indent="-330200" lvl="0" marL="457200" rtl="0" algn="l">
              <a:lnSpc>
                <a:spcPct val="128000"/>
              </a:lnSpc>
              <a:spcBef>
                <a:spcPts val="0"/>
              </a:spcBef>
              <a:spcAft>
                <a:spcPts val="0"/>
              </a:spcAft>
              <a:buClr>
                <a:srgbClr val="202124"/>
              </a:buClr>
              <a:buSzPts val="1600"/>
              <a:buAutoNum type="arabicPeriod"/>
            </a:pPr>
            <a:r>
              <a:rPr lang="en" sz="1600">
                <a:solidFill>
                  <a:srgbClr val="202124"/>
                </a:solidFill>
                <a:highlight>
                  <a:srgbClr val="F8F9FA"/>
                </a:highlight>
              </a:rPr>
              <a:t>Supply on 3.5-5 V and 3.5 mA.</a:t>
            </a:r>
            <a:endParaRPr sz="1600">
              <a:solidFill>
                <a:srgbClr val="202124"/>
              </a:solidFill>
              <a:highlight>
                <a:srgbClr val="F8F9FA"/>
              </a:highlight>
            </a:endParaRPr>
          </a:p>
          <a:p>
            <a:pPr indent="-330200" lvl="0" marL="457200" rtl="0" algn="l">
              <a:lnSpc>
                <a:spcPct val="128000"/>
              </a:lnSpc>
              <a:spcBef>
                <a:spcPts val="0"/>
              </a:spcBef>
              <a:spcAft>
                <a:spcPts val="0"/>
              </a:spcAft>
              <a:buClr>
                <a:srgbClr val="202124"/>
              </a:buClr>
              <a:buSzPts val="1600"/>
              <a:buAutoNum type="arabicPeriod"/>
            </a:pPr>
            <a:r>
              <a:rPr lang="en" sz="1600">
                <a:solidFill>
                  <a:srgbClr val="202124"/>
                </a:solidFill>
                <a:highlight>
                  <a:srgbClr val="F8F9FA"/>
                </a:highlight>
              </a:rPr>
              <a:t>Real Time Motion Angle.</a:t>
            </a:r>
            <a:endParaRPr sz="1600">
              <a:solidFill>
                <a:srgbClr val="202124"/>
              </a:solidFill>
              <a:highlight>
                <a:srgbClr val="F8F9FA"/>
              </a:highlight>
            </a:endParaRPr>
          </a:p>
          <a:p>
            <a:pPr indent="-330200" lvl="0" marL="457200" rtl="0" algn="l">
              <a:lnSpc>
                <a:spcPct val="128000"/>
              </a:lnSpc>
              <a:spcBef>
                <a:spcPts val="0"/>
              </a:spcBef>
              <a:spcAft>
                <a:spcPts val="0"/>
              </a:spcAft>
              <a:buClr>
                <a:srgbClr val="202124"/>
              </a:buClr>
              <a:buSzPts val="1600"/>
              <a:buAutoNum type="arabicPeriod"/>
            </a:pPr>
            <a:r>
              <a:rPr lang="en" sz="1600">
                <a:solidFill>
                  <a:srgbClr val="202124"/>
                </a:solidFill>
                <a:highlight>
                  <a:srgbClr val="F8F9FA"/>
                </a:highlight>
              </a:rPr>
              <a:t>Internal Measurement Unit</a:t>
            </a:r>
            <a:r>
              <a:rPr lang="en" sz="1600">
                <a:solidFill>
                  <a:srgbClr val="202124"/>
                </a:solidFill>
                <a:highlight>
                  <a:srgbClr val="F8F9FA"/>
                </a:highlight>
              </a:rPr>
              <a:t> (IMU)</a:t>
            </a:r>
            <a:endParaRPr sz="1600">
              <a:solidFill>
                <a:srgbClr val="202124"/>
              </a:solidFill>
              <a:highlight>
                <a:srgbClr val="F8F9FA"/>
              </a:highlight>
            </a:endParaRPr>
          </a:p>
        </p:txBody>
      </p:sp>
      <p:pic>
        <p:nvPicPr>
          <p:cNvPr id="853" name="Google Shape;853;g2198db1af2c_1_551"/>
          <p:cNvPicPr preferRelativeResize="0"/>
          <p:nvPr/>
        </p:nvPicPr>
        <p:blipFill rotWithShape="1">
          <a:blip r:embed="rId4">
            <a:alphaModFix/>
          </a:blip>
          <a:srcRect b="0" l="0" r="0" t="0"/>
          <a:stretch/>
        </p:blipFill>
        <p:spPr>
          <a:xfrm>
            <a:off x="720000" y="3480950"/>
            <a:ext cx="7429500" cy="15240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259cad68aff_3_0"/>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b="1" lang="en" sz="2900"/>
              <a:t>Sensor Fusion</a:t>
            </a:r>
            <a:endParaRPr b="1" sz="2900"/>
          </a:p>
        </p:txBody>
      </p:sp>
      <p:pic>
        <p:nvPicPr>
          <p:cNvPr id="859" name="Google Shape;859;g259cad68aff_3_0"/>
          <p:cNvPicPr preferRelativeResize="0"/>
          <p:nvPr/>
        </p:nvPicPr>
        <p:blipFill rotWithShape="1">
          <a:blip r:embed="rId3">
            <a:alphaModFix/>
          </a:blip>
          <a:srcRect b="0" l="0" r="0" t="0"/>
          <a:stretch/>
        </p:blipFill>
        <p:spPr>
          <a:xfrm>
            <a:off x="1150575" y="1069725"/>
            <a:ext cx="6842838" cy="38395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g259addb2349_0_6"/>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b="1" lang="en" sz="2900"/>
              <a:t>MPU Sensor</a:t>
            </a:r>
            <a:endParaRPr b="1" sz="2900"/>
          </a:p>
        </p:txBody>
      </p:sp>
      <p:pic>
        <p:nvPicPr>
          <p:cNvPr id="865" name="Google Shape;865;g259addb2349_0_6"/>
          <p:cNvPicPr preferRelativeResize="0"/>
          <p:nvPr/>
        </p:nvPicPr>
        <p:blipFill rotWithShape="1">
          <a:blip r:embed="rId3">
            <a:alphaModFix/>
          </a:blip>
          <a:srcRect b="0" l="0" r="0" t="0"/>
          <a:stretch/>
        </p:blipFill>
        <p:spPr>
          <a:xfrm>
            <a:off x="6368650" y="1918625"/>
            <a:ext cx="2333901" cy="1861376"/>
          </a:xfrm>
          <a:prstGeom prst="rect">
            <a:avLst/>
          </a:prstGeom>
          <a:noFill/>
          <a:ln>
            <a:noFill/>
          </a:ln>
        </p:spPr>
      </p:pic>
      <p:pic>
        <p:nvPicPr>
          <p:cNvPr id="866" name="Google Shape;866;g259addb2349_0_6"/>
          <p:cNvPicPr preferRelativeResize="0"/>
          <p:nvPr/>
        </p:nvPicPr>
        <p:blipFill>
          <a:blip r:embed="rId4">
            <a:alphaModFix/>
          </a:blip>
          <a:stretch>
            <a:fillRect/>
          </a:stretch>
        </p:blipFill>
        <p:spPr>
          <a:xfrm>
            <a:off x="1275800" y="1259125"/>
            <a:ext cx="3155900" cy="2790650"/>
          </a:xfrm>
          <a:prstGeom prst="rect">
            <a:avLst/>
          </a:prstGeom>
          <a:noFill/>
          <a:ln>
            <a:noFill/>
          </a:ln>
        </p:spPr>
      </p:pic>
      <p:sp>
        <p:nvSpPr>
          <p:cNvPr id="867" name="Google Shape;867;g259addb2349_0_6"/>
          <p:cNvSpPr/>
          <p:nvPr/>
        </p:nvSpPr>
        <p:spPr>
          <a:xfrm>
            <a:off x="4431700" y="2598675"/>
            <a:ext cx="1692300" cy="4002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1b28a4da422_2_94"/>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Software Layers</a:t>
            </a:r>
            <a:endParaRPr/>
          </a:p>
        </p:txBody>
      </p:sp>
      <p:sp>
        <p:nvSpPr>
          <p:cNvPr id="873" name="Google Shape;873;g1b28a4da422_2_94"/>
          <p:cNvSpPr txBox="1"/>
          <p:nvPr>
            <p:ph idx="2" type="title"/>
          </p:nvPr>
        </p:nvSpPr>
        <p:spPr>
          <a:xfrm>
            <a:off x="2996550" y="1502600"/>
            <a:ext cx="31509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05</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g1b28a4da422_2_101"/>
          <p:cNvSpPr txBox="1"/>
          <p:nvPr>
            <p:ph type="title"/>
          </p:nvPr>
        </p:nvSpPr>
        <p:spPr>
          <a:xfrm>
            <a:off x="719950" y="443813"/>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000"/>
              <a:t>Software Architecture </a:t>
            </a:r>
            <a:endParaRPr sz="3000"/>
          </a:p>
        </p:txBody>
      </p:sp>
      <p:sp>
        <p:nvSpPr>
          <p:cNvPr id="879" name="Google Shape;879;g1b28a4da422_2_101"/>
          <p:cNvSpPr txBox="1"/>
          <p:nvPr>
            <p:ph idx="4294967295" type="title"/>
          </p:nvPr>
        </p:nvSpPr>
        <p:spPr>
          <a:xfrm>
            <a:off x="1485385" y="2112469"/>
            <a:ext cx="2336400" cy="527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3500"/>
              <a:buNone/>
            </a:pPr>
            <a:r>
              <a:rPr lang="en" sz="2000">
                <a:solidFill>
                  <a:srgbClr val="191919"/>
                </a:solidFill>
              </a:rPr>
              <a:t>MCAL</a:t>
            </a:r>
            <a:endParaRPr sz="2000">
              <a:solidFill>
                <a:srgbClr val="191919"/>
              </a:solidFill>
            </a:endParaRPr>
          </a:p>
        </p:txBody>
      </p:sp>
      <p:sp>
        <p:nvSpPr>
          <p:cNvPr id="880" name="Google Shape;880;g1b28a4da422_2_101"/>
          <p:cNvSpPr txBox="1"/>
          <p:nvPr>
            <p:ph idx="4294967295" type="title"/>
          </p:nvPr>
        </p:nvSpPr>
        <p:spPr>
          <a:xfrm>
            <a:off x="750168" y="3457208"/>
            <a:ext cx="2336400" cy="527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3500"/>
              <a:buNone/>
            </a:pPr>
            <a:r>
              <a:rPr lang="en" sz="2000">
                <a:solidFill>
                  <a:schemeClr val="dk1"/>
                </a:solidFill>
              </a:rPr>
              <a:t>APP</a:t>
            </a:r>
            <a:endParaRPr sz="2000">
              <a:solidFill>
                <a:schemeClr val="dk1"/>
              </a:solidFill>
            </a:endParaRPr>
          </a:p>
        </p:txBody>
      </p:sp>
      <p:sp>
        <p:nvSpPr>
          <p:cNvPr id="881" name="Google Shape;881;g1b28a4da422_2_101"/>
          <p:cNvSpPr txBox="1"/>
          <p:nvPr>
            <p:ph idx="4294967295" type="title"/>
          </p:nvPr>
        </p:nvSpPr>
        <p:spPr>
          <a:xfrm>
            <a:off x="5387580" y="2068554"/>
            <a:ext cx="2336400" cy="527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sz="2000">
                <a:solidFill>
                  <a:schemeClr val="dk1"/>
                </a:solidFill>
              </a:rPr>
              <a:t>HAL</a:t>
            </a:r>
            <a:endParaRPr sz="2000">
              <a:solidFill>
                <a:schemeClr val="dk1"/>
              </a:solidFill>
            </a:endParaRPr>
          </a:p>
        </p:txBody>
      </p:sp>
      <p:sp>
        <p:nvSpPr>
          <p:cNvPr id="882" name="Google Shape;882;g1b28a4da422_2_101"/>
          <p:cNvSpPr txBox="1"/>
          <p:nvPr>
            <p:ph idx="4294967295" type="title"/>
          </p:nvPr>
        </p:nvSpPr>
        <p:spPr>
          <a:xfrm>
            <a:off x="6117768" y="3454558"/>
            <a:ext cx="2336400" cy="527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sz="2000">
                <a:solidFill>
                  <a:srgbClr val="191919"/>
                </a:solidFill>
              </a:rPr>
              <a:t>RTOS</a:t>
            </a:r>
            <a:endParaRPr sz="2000">
              <a:solidFill>
                <a:srgbClr val="191919"/>
              </a:solidFill>
            </a:endParaRPr>
          </a:p>
        </p:txBody>
      </p:sp>
      <p:cxnSp>
        <p:nvCxnSpPr>
          <p:cNvPr id="883" name="Google Shape;883;g1b28a4da422_2_101"/>
          <p:cNvCxnSpPr/>
          <p:nvPr/>
        </p:nvCxnSpPr>
        <p:spPr>
          <a:xfrm>
            <a:off x="3047276" y="3736125"/>
            <a:ext cx="3031200" cy="0"/>
          </a:xfrm>
          <a:prstGeom prst="straightConnector1">
            <a:avLst/>
          </a:prstGeom>
          <a:noFill/>
          <a:ln cap="flat" cmpd="sng" w="19050">
            <a:solidFill>
              <a:schemeClr val="accent1"/>
            </a:solidFill>
            <a:prstDash val="solid"/>
            <a:round/>
            <a:headEnd len="sm" w="sm" type="none"/>
            <a:tailEnd len="sm" w="sm" type="none"/>
          </a:ln>
        </p:spPr>
      </p:cxnSp>
      <p:sp>
        <p:nvSpPr>
          <p:cNvPr id="884" name="Google Shape;884;g1b28a4da422_2_101"/>
          <p:cNvSpPr/>
          <p:nvPr/>
        </p:nvSpPr>
        <p:spPr>
          <a:xfrm>
            <a:off x="3775972" y="2885487"/>
            <a:ext cx="1613100" cy="1613100"/>
          </a:xfrm>
          <a:prstGeom prst="ellipse">
            <a:avLst/>
          </a:prstGeom>
          <a:solidFill>
            <a:schemeClr val="accen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sng" cap="none" strike="noStrike">
              <a:solidFill>
                <a:srgbClr val="000000"/>
              </a:solidFill>
              <a:latin typeface="Arial"/>
              <a:ea typeface="Arial"/>
              <a:cs typeface="Arial"/>
              <a:sym typeface="Arial"/>
            </a:endParaRPr>
          </a:p>
        </p:txBody>
      </p:sp>
      <p:cxnSp>
        <p:nvCxnSpPr>
          <p:cNvPr id="885" name="Google Shape;885;g1b28a4da422_2_101"/>
          <p:cNvCxnSpPr/>
          <p:nvPr/>
        </p:nvCxnSpPr>
        <p:spPr>
          <a:xfrm>
            <a:off x="3770772" y="2332812"/>
            <a:ext cx="432900" cy="0"/>
          </a:xfrm>
          <a:prstGeom prst="straightConnector1">
            <a:avLst/>
          </a:prstGeom>
          <a:noFill/>
          <a:ln cap="flat" cmpd="sng" w="19050">
            <a:solidFill>
              <a:schemeClr val="accent1"/>
            </a:solidFill>
            <a:prstDash val="solid"/>
            <a:round/>
            <a:headEnd len="sm" w="sm" type="none"/>
            <a:tailEnd len="sm" w="sm" type="none"/>
          </a:ln>
        </p:spPr>
      </p:cxnSp>
      <p:cxnSp>
        <p:nvCxnSpPr>
          <p:cNvPr id="886" name="Google Shape;886;g1b28a4da422_2_101"/>
          <p:cNvCxnSpPr/>
          <p:nvPr/>
        </p:nvCxnSpPr>
        <p:spPr>
          <a:xfrm rot="10800000">
            <a:off x="4961580" y="2332812"/>
            <a:ext cx="426000" cy="0"/>
          </a:xfrm>
          <a:prstGeom prst="straightConnector1">
            <a:avLst/>
          </a:prstGeom>
          <a:noFill/>
          <a:ln cap="flat" cmpd="sng" w="19050">
            <a:solidFill>
              <a:schemeClr val="accent1"/>
            </a:solidFill>
            <a:prstDash val="solid"/>
            <a:round/>
            <a:headEnd len="sm" w="sm" type="none"/>
            <a:tailEnd len="sm" w="sm" type="none"/>
          </a:ln>
        </p:spPr>
      </p:cxnSp>
      <p:cxnSp>
        <p:nvCxnSpPr>
          <p:cNvPr id="887" name="Google Shape;887;g1b28a4da422_2_101"/>
          <p:cNvCxnSpPr/>
          <p:nvPr/>
        </p:nvCxnSpPr>
        <p:spPr>
          <a:xfrm>
            <a:off x="4203672" y="2332812"/>
            <a:ext cx="0" cy="764850"/>
          </a:xfrm>
          <a:prstGeom prst="straightConnector1">
            <a:avLst/>
          </a:prstGeom>
          <a:noFill/>
          <a:ln cap="flat" cmpd="sng" w="19050">
            <a:solidFill>
              <a:schemeClr val="accent1"/>
            </a:solidFill>
            <a:prstDash val="solid"/>
            <a:round/>
            <a:headEnd len="sm" w="sm" type="none"/>
            <a:tailEnd len="sm" w="sm" type="none"/>
          </a:ln>
        </p:spPr>
      </p:cxnSp>
      <p:cxnSp>
        <p:nvCxnSpPr>
          <p:cNvPr id="888" name="Google Shape;888;g1b28a4da422_2_101"/>
          <p:cNvCxnSpPr/>
          <p:nvPr/>
        </p:nvCxnSpPr>
        <p:spPr>
          <a:xfrm>
            <a:off x="4967447" y="2332812"/>
            <a:ext cx="0" cy="764850"/>
          </a:xfrm>
          <a:prstGeom prst="straightConnector1">
            <a:avLst/>
          </a:prstGeom>
          <a:noFill/>
          <a:ln cap="flat" cmpd="sng" w="19050">
            <a:solidFill>
              <a:schemeClr val="accent1"/>
            </a:solidFill>
            <a:prstDash val="solid"/>
            <a:round/>
            <a:headEnd len="sm" w="sm" type="none"/>
            <a:tailEnd len="sm" w="sm" type="none"/>
          </a:ln>
        </p:spPr>
      </p:cxnSp>
      <p:grpSp>
        <p:nvGrpSpPr>
          <p:cNvPr id="889" name="Google Shape;889;g1b28a4da422_2_101"/>
          <p:cNvGrpSpPr/>
          <p:nvPr/>
        </p:nvGrpSpPr>
        <p:grpSpPr>
          <a:xfrm>
            <a:off x="4424899" y="3487241"/>
            <a:ext cx="357468" cy="356497"/>
            <a:chOff x="-31455100" y="3909350"/>
            <a:chExt cx="294600" cy="293800"/>
          </a:xfrm>
        </p:grpSpPr>
        <p:sp>
          <p:nvSpPr>
            <p:cNvPr id="890" name="Google Shape;890;g1b28a4da422_2_101"/>
            <p:cNvSpPr/>
            <p:nvPr/>
          </p:nvSpPr>
          <p:spPr>
            <a:xfrm>
              <a:off x="-31455100" y="3909350"/>
              <a:ext cx="294600" cy="293800"/>
            </a:xfrm>
            <a:custGeom>
              <a:rect b="b" l="l" r="r" t="t"/>
              <a:pathLst>
                <a:path extrusionOk="0" h="11752" w="11784">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g1b28a4da422_2_101"/>
            <p:cNvSpPr/>
            <p:nvPr/>
          </p:nvSpPr>
          <p:spPr>
            <a:xfrm>
              <a:off x="-31455100" y="3997350"/>
              <a:ext cx="215050" cy="205025"/>
            </a:xfrm>
            <a:custGeom>
              <a:rect b="b" l="l" r="r" t="t"/>
              <a:pathLst>
                <a:path extrusionOk="0" h="8201" w="8602">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892" name="Google Shape;892;g1b28a4da422_2_101"/>
          <p:cNvCxnSpPr/>
          <p:nvPr/>
        </p:nvCxnSpPr>
        <p:spPr>
          <a:xfrm flipH="1">
            <a:off x="4562584" y="1850231"/>
            <a:ext cx="292" cy="1128448"/>
          </a:xfrm>
          <a:prstGeom prst="straightConnector1">
            <a:avLst/>
          </a:prstGeom>
          <a:noFill/>
          <a:ln cap="flat" cmpd="sng" w="19050">
            <a:solidFill>
              <a:schemeClr val="accent1"/>
            </a:solidFill>
            <a:prstDash val="solid"/>
            <a:round/>
            <a:headEnd len="sm" w="sm" type="none"/>
            <a:tailEnd len="sm" w="sm" type="none"/>
          </a:ln>
        </p:spPr>
      </p:cxnSp>
      <p:sp>
        <p:nvSpPr>
          <p:cNvPr id="893" name="Google Shape;893;g1b28a4da422_2_101"/>
          <p:cNvSpPr txBox="1"/>
          <p:nvPr/>
        </p:nvSpPr>
        <p:spPr>
          <a:xfrm>
            <a:off x="4245772" y="1461939"/>
            <a:ext cx="2336400" cy="52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500"/>
              <a:buFont typeface="Comfortaa"/>
              <a:buNone/>
            </a:pPr>
            <a:r>
              <a:rPr b="0" i="0" lang="en" sz="2000" u="none" cap="none" strike="noStrike">
                <a:solidFill>
                  <a:schemeClr val="dk1"/>
                </a:solidFill>
                <a:latin typeface="Comfortaa"/>
                <a:ea typeface="Comfortaa"/>
                <a:cs typeface="Comfortaa"/>
                <a:sym typeface="Comfortaa"/>
              </a:rPr>
              <a:t>LIB</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g1b28a4da422_2_120"/>
          <p:cNvSpPr/>
          <p:nvPr/>
        </p:nvSpPr>
        <p:spPr>
          <a:xfrm>
            <a:off x="914738" y="1565975"/>
            <a:ext cx="7259400" cy="2793600"/>
          </a:xfrm>
          <a:prstGeom prst="roundRect">
            <a:avLst>
              <a:gd fmla="val 13362" name="adj"/>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g1b28a4da422_2_120"/>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000"/>
              <a:t>MCAL</a:t>
            </a:r>
            <a:endParaRPr sz="3000"/>
          </a:p>
        </p:txBody>
      </p:sp>
      <p:graphicFrame>
        <p:nvGraphicFramePr>
          <p:cNvPr id="900" name="Google Shape;900;g1b28a4da422_2_120"/>
          <p:cNvGraphicFramePr/>
          <p:nvPr/>
        </p:nvGraphicFramePr>
        <p:xfrm>
          <a:off x="904888" y="1747684"/>
          <a:ext cx="3000000" cy="3000000"/>
        </p:xfrm>
        <a:graphic>
          <a:graphicData uri="http://schemas.openxmlformats.org/drawingml/2006/table">
            <a:tbl>
              <a:tblPr>
                <a:noFill/>
                <a:tableStyleId>{49EBFF9F-CF30-48E8-B9CE-A1D5BB9A463E}</a:tableStyleId>
              </a:tblPr>
              <a:tblGrid>
                <a:gridCol w="2268200"/>
                <a:gridCol w="1670300"/>
                <a:gridCol w="1670300"/>
                <a:gridCol w="1670300"/>
              </a:tblGrid>
              <a:tr h="562150">
                <a:tc>
                  <a:txBody>
                    <a:bodyPr/>
                    <a:lstStyle/>
                    <a:p>
                      <a:pPr indent="0" lvl="0" marL="0" marR="0" rtl="0" algn="ctr">
                        <a:lnSpc>
                          <a:spcPct val="100000"/>
                        </a:lnSpc>
                        <a:spcBef>
                          <a:spcPts val="0"/>
                        </a:spcBef>
                        <a:spcAft>
                          <a:spcPts val="0"/>
                        </a:spcAft>
                        <a:buClr>
                          <a:srgbClr val="000000"/>
                        </a:buClr>
                        <a:buSzPts val="2000"/>
                        <a:buFont typeface="Arial"/>
                        <a:buNone/>
                      </a:pPr>
                      <a:r>
                        <a:t/>
                      </a:r>
                      <a:endParaRPr b="1" sz="2000" u="none" cap="none" strike="noStrike">
                        <a:solidFill>
                          <a:srgbClr val="FFFFFF"/>
                        </a:solidFill>
                        <a:latin typeface="Concert One"/>
                        <a:ea typeface="Concert One"/>
                        <a:cs typeface="Concert One"/>
                        <a:sym typeface="Concert One"/>
                      </a:endParaRPr>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t/>
                      </a:r>
                      <a:endParaRPr sz="2000" u="none" cap="none" strike="noStrike">
                        <a:solidFill>
                          <a:srgbClr val="00004D"/>
                        </a:solidFill>
                        <a:latin typeface="Comfortaa"/>
                        <a:ea typeface="Comfortaa"/>
                        <a:cs typeface="Comfortaa"/>
                        <a:sym typeface="Comfortaa"/>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t/>
                      </a:r>
                      <a:endParaRPr sz="2000" u="none" cap="none" strike="noStrike">
                        <a:solidFill>
                          <a:srgbClr val="00004D"/>
                        </a:solidFill>
                        <a:latin typeface="Comfortaa"/>
                        <a:ea typeface="Comfortaa"/>
                        <a:cs typeface="Comfortaa"/>
                        <a:sym typeface="Comfortaa"/>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t/>
                      </a:r>
                      <a:endParaRPr sz="2000" u="none" cap="none" strike="noStrike">
                        <a:solidFill>
                          <a:srgbClr val="00004D"/>
                        </a:solidFill>
                        <a:latin typeface="Comfortaa"/>
                        <a:ea typeface="Comfortaa"/>
                        <a:cs typeface="Comfortaa"/>
                        <a:sym typeface="Comfortaa"/>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r>
              <a:tr h="578775">
                <a:tc>
                  <a:txBody>
                    <a:bodyPr/>
                    <a:lstStyle/>
                    <a:p>
                      <a:pPr indent="0" lvl="0" marL="0" marR="0" rtl="0" algn="ctr">
                        <a:lnSpc>
                          <a:spcPct val="100000"/>
                        </a:lnSpc>
                        <a:spcBef>
                          <a:spcPts val="0"/>
                        </a:spcBef>
                        <a:spcAft>
                          <a:spcPts val="0"/>
                        </a:spcAft>
                        <a:buClr>
                          <a:srgbClr val="000000"/>
                        </a:buClr>
                        <a:buSzPts val="2000"/>
                        <a:buFont typeface="Arial"/>
                        <a:buNone/>
                      </a:pPr>
                      <a:r>
                        <a:t/>
                      </a:r>
                      <a:endParaRPr sz="2000" u="none" cap="none" strike="noStrike">
                        <a:solidFill>
                          <a:srgbClr val="00004D"/>
                        </a:solidFill>
                        <a:latin typeface="Comfortaa"/>
                        <a:ea typeface="Comfortaa"/>
                        <a:cs typeface="Comfortaa"/>
                        <a:sym typeface="Comfortaa"/>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r>
              <a:tr h="578775">
                <a:tc>
                  <a:txBody>
                    <a:bodyPr/>
                    <a:lstStyle/>
                    <a:p>
                      <a:pPr indent="0" lvl="0" marL="0" marR="0" rtl="0" algn="ctr">
                        <a:lnSpc>
                          <a:spcPct val="100000"/>
                        </a:lnSpc>
                        <a:spcBef>
                          <a:spcPts val="0"/>
                        </a:spcBef>
                        <a:spcAft>
                          <a:spcPts val="0"/>
                        </a:spcAft>
                        <a:buClr>
                          <a:srgbClr val="000000"/>
                        </a:buClr>
                        <a:buSzPts val="2000"/>
                        <a:buFont typeface="Arial"/>
                        <a:buNone/>
                      </a:pPr>
                      <a:r>
                        <a:t/>
                      </a:r>
                      <a:endParaRPr sz="2000" u="none" cap="none" strike="noStrike">
                        <a:solidFill>
                          <a:srgbClr val="00004D"/>
                        </a:solidFill>
                        <a:latin typeface="Comfortaa"/>
                        <a:ea typeface="Comfortaa"/>
                        <a:cs typeface="Comfortaa"/>
                        <a:sym typeface="Comfortaa"/>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r>
              <a:tr h="578775">
                <a:tc>
                  <a:txBody>
                    <a:bodyPr/>
                    <a:lstStyle/>
                    <a:p>
                      <a:pPr indent="0" lvl="0" marL="0" marR="0" rtl="0" algn="ctr">
                        <a:lnSpc>
                          <a:spcPct val="100000"/>
                        </a:lnSpc>
                        <a:spcBef>
                          <a:spcPts val="0"/>
                        </a:spcBef>
                        <a:spcAft>
                          <a:spcPts val="0"/>
                        </a:spcAft>
                        <a:buClr>
                          <a:srgbClr val="000000"/>
                        </a:buClr>
                        <a:buSzPts val="2000"/>
                        <a:buFont typeface="Arial"/>
                        <a:buNone/>
                      </a:pPr>
                      <a:r>
                        <a:t/>
                      </a:r>
                      <a:endParaRPr sz="2000" u="none" cap="none" strike="noStrike">
                        <a:solidFill>
                          <a:srgbClr val="00004D"/>
                        </a:solidFill>
                        <a:latin typeface="Comfortaa"/>
                        <a:ea typeface="Comfortaa"/>
                        <a:cs typeface="Comfortaa"/>
                        <a:sym typeface="Comfortaa"/>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r>
            </a:tbl>
          </a:graphicData>
        </a:graphic>
      </p:graphicFrame>
      <p:sp>
        <p:nvSpPr>
          <p:cNvPr id="901" name="Google Shape;901;g1b28a4da422_2_120"/>
          <p:cNvSpPr/>
          <p:nvPr/>
        </p:nvSpPr>
        <p:spPr>
          <a:xfrm>
            <a:off x="1255405" y="2079389"/>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4D"/>
                </a:solidFill>
                <a:latin typeface="Comfortaa"/>
                <a:ea typeface="Comfortaa"/>
                <a:cs typeface="Comfortaa"/>
                <a:sym typeface="Comfortaa"/>
              </a:rPr>
              <a:t>DIO</a:t>
            </a:r>
            <a:endParaRPr b="0" i="0" sz="1400" u="none" cap="none" strike="noStrike">
              <a:solidFill>
                <a:schemeClr val="lt1"/>
              </a:solidFill>
              <a:latin typeface="Arial"/>
              <a:ea typeface="Arial"/>
              <a:cs typeface="Arial"/>
              <a:sym typeface="Arial"/>
            </a:endParaRPr>
          </a:p>
        </p:txBody>
      </p:sp>
      <p:sp>
        <p:nvSpPr>
          <p:cNvPr id="902" name="Google Shape;902;g1b28a4da422_2_120"/>
          <p:cNvSpPr/>
          <p:nvPr/>
        </p:nvSpPr>
        <p:spPr>
          <a:xfrm>
            <a:off x="3519265" y="2029746"/>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4D"/>
                </a:solidFill>
                <a:latin typeface="Comfortaa"/>
                <a:ea typeface="Comfortaa"/>
                <a:cs typeface="Comfortaa"/>
                <a:sym typeface="Comfortaa"/>
              </a:rPr>
              <a:t>ADC</a:t>
            </a:r>
            <a:endParaRPr b="0" i="0" sz="1400" u="none" cap="none" strike="noStrike">
              <a:solidFill>
                <a:srgbClr val="00004D"/>
              </a:solidFill>
              <a:latin typeface="Comfortaa"/>
              <a:ea typeface="Comfortaa"/>
              <a:cs typeface="Comfortaa"/>
              <a:sym typeface="Comfortaa"/>
            </a:endParaRPr>
          </a:p>
        </p:txBody>
      </p:sp>
      <p:sp>
        <p:nvSpPr>
          <p:cNvPr id="903" name="Google Shape;903;g1b28a4da422_2_120"/>
          <p:cNvSpPr/>
          <p:nvPr/>
        </p:nvSpPr>
        <p:spPr>
          <a:xfrm>
            <a:off x="5910279" y="2029746"/>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4D"/>
                </a:solidFill>
                <a:latin typeface="Comfortaa"/>
                <a:ea typeface="Comfortaa"/>
                <a:cs typeface="Comfortaa"/>
                <a:sym typeface="Comfortaa"/>
              </a:rPr>
              <a:t>GIE</a:t>
            </a:r>
            <a:endParaRPr b="0" i="0" sz="1400" u="none" cap="none" strike="noStrike">
              <a:solidFill>
                <a:schemeClr val="lt1"/>
              </a:solidFill>
              <a:latin typeface="Arial"/>
              <a:ea typeface="Arial"/>
              <a:cs typeface="Arial"/>
              <a:sym typeface="Arial"/>
            </a:endParaRPr>
          </a:p>
        </p:txBody>
      </p:sp>
      <p:sp>
        <p:nvSpPr>
          <p:cNvPr id="904" name="Google Shape;904;g1b28a4da422_2_120"/>
          <p:cNvSpPr/>
          <p:nvPr/>
        </p:nvSpPr>
        <p:spPr>
          <a:xfrm>
            <a:off x="1255405" y="2772477"/>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4D"/>
                </a:solidFill>
                <a:latin typeface="Comfortaa"/>
                <a:ea typeface="Comfortaa"/>
                <a:cs typeface="Comfortaa"/>
                <a:sym typeface="Comfortaa"/>
              </a:rPr>
              <a:t>TIMER0</a:t>
            </a:r>
            <a:endParaRPr b="0" i="0" sz="1400" u="none" cap="none" strike="noStrike">
              <a:solidFill>
                <a:srgbClr val="00004D"/>
              </a:solidFill>
              <a:latin typeface="Comfortaa"/>
              <a:ea typeface="Comfortaa"/>
              <a:cs typeface="Comfortaa"/>
              <a:sym typeface="Comfortaa"/>
            </a:endParaRPr>
          </a:p>
        </p:txBody>
      </p:sp>
      <p:sp>
        <p:nvSpPr>
          <p:cNvPr id="905" name="Google Shape;905;g1b28a4da422_2_120"/>
          <p:cNvSpPr/>
          <p:nvPr/>
        </p:nvSpPr>
        <p:spPr>
          <a:xfrm>
            <a:off x="1255405" y="3515019"/>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4D"/>
                </a:solidFill>
                <a:latin typeface="Comfortaa"/>
                <a:ea typeface="Comfortaa"/>
                <a:cs typeface="Comfortaa"/>
                <a:sym typeface="Comfortaa"/>
              </a:rPr>
              <a:t>UART</a:t>
            </a:r>
            <a:endParaRPr b="0" i="0" sz="1400" u="none" cap="none" strike="noStrike">
              <a:solidFill>
                <a:schemeClr val="lt1"/>
              </a:solidFill>
              <a:latin typeface="Arial"/>
              <a:ea typeface="Arial"/>
              <a:cs typeface="Arial"/>
              <a:sym typeface="Arial"/>
            </a:endParaRPr>
          </a:p>
        </p:txBody>
      </p:sp>
      <p:sp>
        <p:nvSpPr>
          <p:cNvPr id="906" name="Google Shape;906;g1b28a4da422_2_120"/>
          <p:cNvSpPr/>
          <p:nvPr/>
        </p:nvSpPr>
        <p:spPr>
          <a:xfrm>
            <a:off x="3519264" y="3518587"/>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4D"/>
                </a:solidFill>
                <a:latin typeface="Comfortaa"/>
                <a:ea typeface="Comfortaa"/>
                <a:cs typeface="Comfortaa"/>
                <a:sym typeface="Comfortaa"/>
              </a:rPr>
              <a:t>SPI</a:t>
            </a:r>
            <a:endParaRPr b="0" i="0" sz="1400" u="none" cap="none" strike="noStrike">
              <a:solidFill>
                <a:schemeClr val="lt1"/>
              </a:solidFill>
              <a:latin typeface="Arial"/>
              <a:ea typeface="Arial"/>
              <a:cs typeface="Arial"/>
              <a:sym typeface="Arial"/>
            </a:endParaRPr>
          </a:p>
        </p:txBody>
      </p:sp>
      <p:sp>
        <p:nvSpPr>
          <p:cNvPr id="907" name="Google Shape;907;g1b28a4da422_2_120"/>
          <p:cNvSpPr/>
          <p:nvPr/>
        </p:nvSpPr>
        <p:spPr>
          <a:xfrm>
            <a:off x="3519264" y="2784157"/>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4D"/>
                </a:solidFill>
                <a:latin typeface="Comfortaa"/>
                <a:ea typeface="Comfortaa"/>
                <a:cs typeface="Comfortaa"/>
                <a:sym typeface="Comfortaa"/>
              </a:rPr>
              <a:t>TIMER1</a:t>
            </a:r>
            <a:endParaRPr b="0" i="0" sz="1400" u="none" cap="none" strike="noStrike">
              <a:solidFill>
                <a:schemeClr val="lt1"/>
              </a:solidFill>
              <a:latin typeface="Arial"/>
              <a:ea typeface="Arial"/>
              <a:cs typeface="Arial"/>
              <a:sym typeface="Arial"/>
            </a:endParaRPr>
          </a:p>
        </p:txBody>
      </p:sp>
      <p:sp>
        <p:nvSpPr>
          <p:cNvPr id="908" name="Google Shape;908;g1b28a4da422_2_120"/>
          <p:cNvSpPr/>
          <p:nvPr/>
        </p:nvSpPr>
        <p:spPr>
          <a:xfrm>
            <a:off x="5910279" y="3438300"/>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4D"/>
                </a:solidFill>
                <a:latin typeface="Comfortaa"/>
                <a:ea typeface="Comfortaa"/>
                <a:cs typeface="Comfortaa"/>
                <a:sym typeface="Comfortaa"/>
              </a:rPr>
              <a:t>I2C</a:t>
            </a:r>
            <a:endParaRPr b="0" i="0" sz="1400" u="none" cap="none" strike="noStrike">
              <a:solidFill>
                <a:schemeClr val="lt1"/>
              </a:solidFill>
              <a:latin typeface="Arial"/>
              <a:ea typeface="Arial"/>
              <a:cs typeface="Arial"/>
              <a:sym typeface="Arial"/>
            </a:endParaRPr>
          </a:p>
        </p:txBody>
      </p:sp>
      <p:sp>
        <p:nvSpPr>
          <p:cNvPr id="909" name="Google Shape;909;g1b28a4da422_2_120"/>
          <p:cNvSpPr/>
          <p:nvPr/>
        </p:nvSpPr>
        <p:spPr>
          <a:xfrm>
            <a:off x="5915195" y="2711057"/>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4D"/>
                </a:solidFill>
                <a:latin typeface="Comfortaa"/>
                <a:ea typeface="Comfortaa"/>
                <a:cs typeface="Comfortaa"/>
                <a:sym typeface="Comfortaa"/>
              </a:rPr>
              <a:t>TIMER2</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g1b28a4da422_2_135"/>
          <p:cNvSpPr/>
          <p:nvPr/>
        </p:nvSpPr>
        <p:spPr>
          <a:xfrm>
            <a:off x="914738" y="1565975"/>
            <a:ext cx="7259400" cy="2793600"/>
          </a:xfrm>
          <a:prstGeom prst="roundRect">
            <a:avLst>
              <a:gd fmla="val 13362" name="adj"/>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g1b28a4da422_2_135"/>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000"/>
              <a:t>HAL</a:t>
            </a:r>
            <a:endParaRPr sz="3000"/>
          </a:p>
        </p:txBody>
      </p:sp>
      <p:graphicFrame>
        <p:nvGraphicFramePr>
          <p:cNvPr id="916" name="Google Shape;916;g1b28a4da422_2_135"/>
          <p:cNvGraphicFramePr/>
          <p:nvPr/>
        </p:nvGraphicFramePr>
        <p:xfrm>
          <a:off x="904888" y="1747684"/>
          <a:ext cx="3000000" cy="3000000"/>
        </p:xfrm>
        <a:graphic>
          <a:graphicData uri="http://schemas.openxmlformats.org/drawingml/2006/table">
            <a:tbl>
              <a:tblPr>
                <a:noFill/>
                <a:tableStyleId>{49EBFF9F-CF30-48E8-B9CE-A1D5BB9A463E}</a:tableStyleId>
              </a:tblPr>
              <a:tblGrid>
                <a:gridCol w="2268200"/>
                <a:gridCol w="1670300"/>
                <a:gridCol w="1670300"/>
                <a:gridCol w="1670300"/>
              </a:tblGrid>
              <a:tr h="562150">
                <a:tc>
                  <a:txBody>
                    <a:bodyPr/>
                    <a:lstStyle/>
                    <a:p>
                      <a:pPr indent="0" lvl="0" marL="0" marR="0" rtl="0" algn="ctr">
                        <a:lnSpc>
                          <a:spcPct val="100000"/>
                        </a:lnSpc>
                        <a:spcBef>
                          <a:spcPts val="0"/>
                        </a:spcBef>
                        <a:spcAft>
                          <a:spcPts val="0"/>
                        </a:spcAft>
                        <a:buClr>
                          <a:srgbClr val="000000"/>
                        </a:buClr>
                        <a:buSzPts val="2000"/>
                        <a:buFont typeface="Arial"/>
                        <a:buNone/>
                      </a:pPr>
                      <a:r>
                        <a:t/>
                      </a:r>
                      <a:endParaRPr b="1" sz="2000" u="none" cap="none" strike="noStrike">
                        <a:solidFill>
                          <a:srgbClr val="FFFFFF"/>
                        </a:solidFill>
                        <a:latin typeface="Concert One"/>
                        <a:ea typeface="Concert One"/>
                        <a:cs typeface="Concert One"/>
                        <a:sym typeface="Concert One"/>
                      </a:endParaRPr>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t/>
                      </a:r>
                      <a:endParaRPr sz="2000" u="none" cap="none" strike="noStrike">
                        <a:solidFill>
                          <a:srgbClr val="00004D"/>
                        </a:solidFill>
                        <a:latin typeface="Comfortaa"/>
                        <a:ea typeface="Comfortaa"/>
                        <a:cs typeface="Comfortaa"/>
                        <a:sym typeface="Comfortaa"/>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t/>
                      </a:r>
                      <a:endParaRPr sz="2000" u="none" cap="none" strike="noStrike">
                        <a:solidFill>
                          <a:srgbClr val="00004D"/>
                        </a:solidFill>
                        <a:latin typeface="Comfortaa"/>
                        <a:ea typeface="Comfortaa"/>
                        <a:cs typeface="Comfortaa"/>
                        <a:sym typeface="Comfortaa"/>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t/>
                      </a:r>
                      <a:endParaRPr sz="2000" u="none" cap="none" strike="noStrike">
                        <a:solidFill>
                          <a:srgbClr val="00004D"/>
                        </a:solidFill>
                        <a:latin typeface="Comfortaa"/>
                        <a:ea typeface="Comfortaa"/>
                        <a:cs typeface="Comfortaa"/>
                        <a:sym typeface="Comfortaa"/>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r>
              <a:tr h="578775">
                <a:tc>
                  <a:txBody>
                    <a:bodyPr/>
                    <a:lstStyle/>
                    <a:p>
                      <a:pPr indent="0" lvl="0" marL="0" marR="0" rtl="0" algn="ctr">
                        <a:lnSpc>
                          <a:spcPct val="100000"/>
                        </a:lnSpc>
                        <a:spcBef>
                          <a:spcPts val="0"/>
                        </a:spcBef>
                        <a:spcAft>
                          <a:spcPts val="0"/>
                        </a:spcAft>
                        <a:buClr>
                          <a:srgbClr val="000000"/>
                        </a:buClr>
                        <a:buSzPts val="2000"/>
                        <a:buFont typeface="Arial"/>
                        <a:buNone/>
                      </a:pPr>
                      <a:r>
                        <a:t/>
                      </a:r>
                      <a:endParaRPr sz="2000" u="none" cap="none" strike="noStrike">
                        <a:solidFill>
                          <a:srgbClr val="00004D"/>
                        </a:solidFill>
                        <a:latin typeface="Comfortaa"/>
                        <a:ea typeface="Comfortaa"/>
                        <a:cs typeface="Comfortaa"/>
                        <a:sym typeface="Comfortaa"/>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r>
              <a:tr h="578775">
                <a:tc>
                  <a:txBody>
                    <a:bodyPr/>
                    <a:lstStyle/>
                    <a:p>
                      <a:pPr indent="0" lvl="0" marL="0" marR="0" rtl="0" algn="ctr">
                        <a:lnSpc>
                          <a:spcPct val="100000"/>
                        </a:lnSpc>
                        <a:spcBef>
                          <a:spcPts val="0"/>
                        </a:spcBef>
                        <a:spcAft>
                          <a:spcPts val="0"/>
                        </a:spcAft>
                        <a:buClr>
                          <a:srgbClr val="000000"/>
                        </a:buClr>
                        <a:buSzPts val="2000"/>
                        <a:buFont typeface="Arial"/>
                        <a:buNone/>
                      </a:pPr>
                      <a:r>
                        <a:t/>
                      </a:r>
                      <a:endParaRPr sz="2000" u="none" cap="none" strike="noStrike">
                        <a:solidFill>
                          <a:srgbClr val="00004D"/>
                        </a:solidFill>
                        <a:latin typeface="Comfortaa"/>
                        <a:ea typeface="Comfortaa"/>
                        <a:cs typeface="Comfortaa"/>
                        <a:sym typeface="Comfortaa"/>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r>
              <a:tr h="578775">
                <a:tc>
                  <a:txBody>
                    <a:bodyPr/>
                    <a:lstStyle/>
                    <a:p>
                      <a:pPr indent="0" lvl="0" marL="0" marR="0" rtl="0" algn="ctr">
                        <a:lnSpc>
                          <a:spcPct val="100000"/>
                        </a:lnSpc>
                        <a:spcBef>
                          <a:spcPts val="0"/>
                        </a:spcBef>
                        <a:spcAft>
                          <a:spcPts val="0"/>
                        </a:spcAft>
                        <a:buClr>
                          <a:srgbClr val="000000"/>
                        </a:buClr>
                        <a:buSzPts val="2000"/>
                        <a:buFont typeface="Arial"/>
                        <a:buNone/>
                      </a:pPr>
                      <a:r>
                        <a:t/>
                      </a:r>
                      <a:endParaRPr sz="2000" u="none" cap="none" strike="noStrike">
                        <a:solidFill>
                          <a:srgbClr val="00004D"/>
                        </a:solidFill>
                        <a:latin typeface="Comfortaa"/>
                        <a:ea typeface="Comfortaa"/>
                        <a:cs typeface="Comfortaa"/>
                        <a:sym typeface="Comfortaa"/>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00004D"/>
                        </a:solidFill>
                        <a:latin typeface="Anaheim"/>
                        <a:ea typeface="Anaheim"/>
                        <a:cs typeface="Anaheim"/>
                        <a:sym typeface="Anaheim"/>
                      </a:endParaRPr>
                    </a:p>
                  </a:txBody>
                  <a:tcPr marT="91425" marB="91425" marR="91425" marL="91425" anchor="ctr">
                    <a:lnL cap="flat" cmpd="sng" w="19050">
                      <a:solidFill>
                        <a:srgbClr val="00004D">
                          <a:alpha val="0"/>
                        </a:srgbClr>
                      </a:solidFill>
                      <a:prstDash val="solid"/>
                      <a:round/>
                      <a:headEnd len="sm" w="sm" type="none"/>
                      <a:tailEnd len="sm" w="sm" type="none"/>
                    </a:lnL>
                    <a:lnR cap="flat" cmpd="sng" w="19050">
                      <a:solidFill>
                        <a:srgbClr val="00004D">
                          <a:alpha val="0"/>
                        </a:srgbClr>
                      </a:solidFill>
                      <a:prstDash val="solid"/>
                      <a:round/>
                      <a:headEnd len="sm" w="sm" type="none"/>
                      <a:tailEnd len="sm" w="sm" type="none"/>
                    </a:lnR>
                    <a:lnT cap="flat" cmpd="sng" w="19050">
                      <a:solidFill>
                        <a:srgbClr val="00004D">
                          <a:alpha val="0"/>
                        </a:srgbClr>
                      </a:solidFill>
                      <a:prstDash val="solid"/>
                      <a:round/>
                      <a:headEnd len="sm" w="sm" type="none"/>
                      <a:tailEnd len="sm" w="sm" type="none"/>
                    </a:lnT>
                    <a:lnB cap="flat" cmpd="sng" w="19050">
                      <a:solidFill>
                        <a:srgbClr val="00004D">
                          <a:alpha val="0"/>
                        </a:srgbClr>
                      </a:solidFill>
                      <a:prstDash val="solid"/>
                      <a:round/>
                      <a:headEnd len="sm" w="sm" type="none"/>
                      <a:tailEnd len="sm" w="sm" type="none"/>
                    </a:lnB>
                  </a:tcPr>
                </a:tc>
              </a:tr>
            </a:tbl>
          </a:graphicData>
        </a:graphic>
      </p:graphicFrame>
      <p:sp>
        <p:nvSpPr>
          <p:cNvPr id="917" name="Google Shape;917;g1b28a4da422_2_135"/>
          <p:cNvSpPr/>
          <p:nvPr/>
        </p:nvSpPr>
        <p:spPr>
          <a:xfrm>
            <a:off x="1255405" y="2079389"/>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4D"/>
                </a:solidFill>
                <a:latin typeface="Comfortaa"/>
                <a:ea typeface="Comfortaa"/>
                <a:cs typeface="Comfortaa"/>
                <a:sym typeface="Comfortaa"/>
              </a:rPr>
              <a:t>Bluetooth</a:t>
            </a:r>
            <a:endParaRPr b="0" i="0" sz="1400" u="none" cap="none" strike="noStrike">
              <a:solidFill>
                <a:schemeClr val="lt1"/>
              </a:solidFill>
              <a:latin typeface="Arial"/>
              <a:ea typeface="Arial"/>
              <a:cs typeface="Arial"/>
              <a:sym typeface="Arial"/>
            </a:endParaRPr>
          </a:p>
        </p:txBody>
      </p:sp>
      <p:sp>
        <p:nvSpPr>
          <p:cNvPr id="918" name="Google Shape;918;g1b28a4da422_2_135"/>
          <p:cNvSpPr/>
          <p:nvPr/>
        </p:nvSpPr>
        <p:spPr>
          <a:xfrm>
            <a:off x="3519265" y="2029746"/>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4D"/>
                </a:solidFill>
                <a:latin typeface="Comfortaa"/>
                <a:ea typeface="Comfortaa"/>
                <a:cs typeface="Comfortaa"/>
                <a:sym typeface="Comfortaa"/>
              </a:rPr>
              <a:t>MPU</a:t>
            </a:r>
            <a:endParaRPr b="0" i="0" sz="1400" u="none" cap="none" strike="noStrike">
              <a:solidFill>
                <a:srgbClr val="000000"/>
              </a:solidFill>
              <a:latin typeface="Arial"/>
              <a:ea typeface="Arial"/>
              <a:cs typeface="Arial"/>
              <a:sym typeface="Arial"/>
            </a:endParaRPr>
          </a:p>
        </p:txBody>
      </p:sp>
      <p:sp>
        <p:nvSpPr>
          <p:cNvPr id="919" name="Google Shape;919;g1b28a4da422_2_135"/>
          <p:cNvSpPr/>
          <p:nvPr/>
        </p:nvSpPr>
        <p:spPr>
          <a:xfrm>
            <a:off x="5910279" y="2029746"/>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4D"/>
                </a:solidFill>
                <a:latin typeface="Comfortaa"/>
                <a:ea typeface="Comfortaa"/>
                <a:cs typeface="Comfortaa"/>
                <a:sym typeface="Comfortaa"/>
              </a:rPr>
              <a:t>PH_Sensor</a:t>
            </a:r>
            <a:endParaRPr b="0" i="0" sz="1400" u="none" cap="none" strike="noStrike">
              <a:solidFill>
                <a:schemeClr val="lt1"/>
              </a:solidFill>
              <a:latin typeface="Arial"/>
              <a:ea typeface="Arial"/>
              <a:cs typeface="Arial"/>
              <a:sym typeface="Arial"/>
            </a:endParaRPr>
          </a:p>
        </p:txBody>
      </p:sp>
      <p:sp>
        <p:nvSpPr>
          <p:cNvPr id="920" name="Google Shape;920;g1b28a4da422_2_135"/>
          <p:cNvSpPr/>
          <p:nvPr/>
        </p:nvSpPr>
        <p:spPr>
          <a:xfrm>
            <a:off x="1255405" y="2772477"/>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4D"/>
                </a:solidFill>
                <a:latin typeface="Comfortaa"/>
                <a:ea typeface="Comfortaa"/>
                <a:cs typeface="Comfortaa"/>
                <a:sym typeface="Comfortaa"/>
              </a:rPr>
              <a:t>DC_Motor</a:t>
            </a:r>
            <a:endParaRPr b="0" i="0" sz="1400" u="none" cap="none" strike="noStrike">
              <a:solidFill>
                <a:srgbClr val="00004D"/>
              </a:solidFill>
              <a:latin typeface="Comfortaa"/>
              <a:ea typeface="Comfortaa"/>
              <a:cs typeface="Comfortaa"/>
              <a:sym typeface="Comfortaa"/>
            </a:endParaRPr>
          </a:p>
        </p:txBody>
      </p:sp>
      <p:sp>
        <p:nvSpPr>
          <p:cNvPr id="921" name="Google Shape;921;g1b28a4da422_2_135"/>
          <p:cNvSpPr/>
          <p:nvPr/>
        </p:nvSpPr>
        <p:spPr>
          <a:xfrm>
            <a:off x="1255405" y="3515019"/>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4D"/>
                </a:solidFill>
                <a:latin typeface="Comfortaa"/>
                <a:ea typeface="Comfortaa"/>
                <a:cs typeface="Comfortaa"/>
                <a:sym typeface="Comfortaa"/>
              </a:rPr>
              <a:t>Water_Flow</a:t>
            </a:r>
            <a:endParaRPr b="0" i="0" sz="1400" u="none" cap="none" strike="noStrike">
              <a:solidFill>
                <a:schemeClr val="lt1"/>
              </a:solidFill>
              <a:latin typeface="Arial"/>
              <a:ea typeface="Arial"/>
              <a:cs typeface="Arial"/>
              <a:sym typeface="Arial"/>
            </a:endParaRPr>
          </a:p>
        </p:txBody>
      </p:sp>
      <p:sp>
        <p:nvSpPr>
          <p:cNvPr id="922" name="Google Shape;922;g1b28a4da422_2_135"/>
          <p:cNvSpPr/>
          <p:nvPr/>
        </p:nvSpPr>
        <p:spPr>
          <a:xfrm>
            <a:off x="3519264" y="3518587"/>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4D"/>
                </a:solidFill>
                <a:latin typeface="Comfortaa"/>
                <a:ea typeface="Comfortaa"/>
                <a:cs typeface="Comfortaa"/>
                <a:sym typeface="Comfortaa"/>
              </a:rPr>
              <a:t>Temperature_Sensor</a:t>
            </a:r>
            <a:endParaRPr b="0" i="0" sz="900" u="none" cap="none" strike="noStrike">
              <a:solidFill>
                <a:schemeClr val="lt1"/>
              </a:solidFill>
              <a:latin typeface="Arial"/>
              <a:ea typeface="Arial"/>
              <a:cs typeface="Arial"/>
              <a:sym typeface="Arial"/>
            </a:endParaRPr>
          </a:p>
        </p:txBody>
      </p:sp>
      <p:sp>
        <p:nvSpPr>
          <p:cNvPr id="923" name="Google Shape;923;g1b28a4da422_2_135"/>
          <p:cNvSpPr/>
          <p:nvPr/>
        </p:nvSpPr>
        <p:spPr>
          <a:xfrm>
            <a:off x="3519264" y="2784157"/>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4D"/>
                </a:solidFill>
                <a:latin typeface="Comfortaa"/>
                <a:ea typeface="Comfortaa"/>
                <a:cs typeface="Comfortaa"/>
                <a:sym typeface="Comfortaa"/>
              </a:rPr>
              <a:t>TDS_Sensor</a:t>
            </a:r>
            <a:endParaRPr b="0" i="0" sz="1400" u="none" cap="none" strike="noStrike">
              <a:solidFill>
                <a:schemeClr val="lt1"/>
              </a:solidFill>
              <a:latin typeface="Arial"/>
              <a:ea typeface="Arial"/>
              <a:cs typeface="Arial"/>
              <a:sym typeface="Arial"/>
            </a:endParaRPr>
          </a:p>
        </p:txBody>
      </p:sp>
      <p:sp>
        <p:nvSpPr>
          <p:cNvPr id="924" name="Google Shape;924;g1b28a4da422_2_135"/>
          <p:cNvSpPr/>
          <p:nvPr/>
        </p:nvSpPr>
        <p:spPr>
          <a:xfrm>
            <a:off x="5910279" y="3438300"/>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4D"/>
                </a:solidFill>
                <a:latin typeface="Comfortaa"/>
                <a:ea typeface="Comfortaa"/>
                <a:cs typeface="Comfortaa"/>
                <a:sym typeface="Comfortaa"/>
              </a:rPr>
              <a:t>Depth_Sensor</a:t>
            </a:r>
            <a:endParaRPr b="0" i="0" sz="1400" u="none" cap="none" strike="noStrike">
              <a:solidFill>
                <a:schemeClr val="lt1"/>
              </a:solidFill>
              <a:latin typeface="Arial"/>
              <a:ea typeface="Arial"/>
              <a:cs typeface="Arial"/>
              <a:sym typeface="Arial"/>
            </a:endParaRPr>
          </a:p>
        </p:txBody>
      </p:sp>
      <p:sp>
        <p:nvSpPr>
          <p:cNvPr id="925" name="Google Shape;925;g1b28a4da422_2_135"/>
          <p:cNvSpPr/>
          <p:nvPr/>
        </p:nvSpPr>
        <p:spPr>
          <a:xfrm>
            <a:off x="5915195" y="2711057"/>
            <a:ext cx="1563329" cy="499602"/>
          </a:xfrm>
          <a:prstGeom prst="roundRect">
            <a:avLst>
              <a:gd fmla="val 16667" name="adj"/>
            </a:avLst>
          </a:prstGeom>
          <a:solidFill>
            <a:srgbClr val="C3E3F7"/>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4D"/>
                </a:solidFill>
                <a:latin typeface="Comfortaa"/>
                <a:ea typeface="Comfortaa"/>
                <a:cs typeface="Comfortaa"/>
                <a:sym typeface="Comfortaa"/>
              </a:rPr>
              <a:t>Turbidity_Sensor</a:t>
            </a:r>
            <a:endParaRPr b="0" i="0" sz="1000" u="none" cap="none" strike="noStrike">
              <a:solidFill>
                <a:schemeClr val="lt1"/>
              </a:solidFill>
              <a:latin typeface="Arial"/>
              <a:ea typeface="Arial"/>
              <a:cs typeface="Arial"/>
              <a:sym typeface="Arial"/>
            </a:endParaRPr>
          </a:p>
        </p:txBody>
      </p:sp>
      <p:pic>
        <p:nvPicPr>
          <p:cNvPr id="926" name="Google Shape;926;g1b28a4da422_2_135"/>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927" name="Google Shape;927;g1b28a4da422_2_135"/>
          <p:cNvPicPr preferRelativeResize="0"/>
          <p:nvPr/>
        </p:nvPicPr>
        <p:blipFill rotWithShape="1">
          <a:blip r:embed="rId3">
            <a:alphaModFix/>
          </a:blip>
          <a:srcRect b="0" l="0" r="0" t="0"/>
          <a:stretch/>
        </p:blipFill>
        <p:spPr>
          <a:xfrm>
            <a:off x="152400" y="152400"/>
            <a:ext cx="9144000" cy="51435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1b28a4da422_2_150"/>
          <p:cNvSpPr txBox="1"/>
          <p:nvPr>
            <p:ph type="title"/>
          </p:nvPr>
        </p:nvSpPr>
        <p:spPr>
          <a:xfrm>
            <a:off x="312800" y="134275"/>
            <a:ext cx="77040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500"/>
              <a:buNone/>
            </a:pPr>
            <a:r>
              <a:rPr lang="en" sz="3000"/>
              <a:t>RTOS</a:t>
            </a:r>
            <a:endParaRPr sz="3000"/>
          </a:p>
        </p:txBody>
      </p:sp>
      <p:pic>
        <p:nvPicPr>
          <p:cNvPr id="933" name="Google Shape;933;g1b28a4da422_2_150"/>
          <p:cNvPicPr preferRelativeResize="0"/>
          <p:nvPr/>
        </p:nvPicPr>
        <p:blipFill rotWithShape="1">
          <a:blip r:embed="rId3">
            <a:alphaModFix/>
          </a:blip>
          <a:srcRect b="0" l="0" r="0" t="0"/>
          <a:stretch/>
        </p:blipFill>
        <p:spPr>
          <a:xfrm>
            <a:off x="1875225" y="878675"/>
            <a:ext cx="4629150" cy="39493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g1b28a4da422_2_155"/>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000"/>
              <a:t>Software Block Diagram</a:t>
            </a:r>
            <a:endParaRPr sz="3000"/>
          </a:p>
        </p:txBody>
      </p:sp>
      <p:sp>
        <p:nvSpPr>
          <p:cNvPr id="939" name="Google Shape;939;g1b28a4da422_2_155"/>
          <p:cNvSpPr/>
          <p:nvPr/>
        </p:nvSpPr>
        <p:spPr>
          <a:xfrm>
            <a:off x="428626" y="1254593"/>
            <a:ext cx="7443788" cy="3796409"/>
          </a:xfrm>
          <a:prstGeom prst="rect">
            <a:avLst/>
          </a:prstGeom>
          <a:solidFill>
            <a:schemeClr val="accent4"/>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40" name="Google Shape;940;g1b28a4da422_2_155"/>
          <p:cNvSpPr/>
          <p:nvPr/>
        </p:nvSpPr>
        <p:spPr>
          <a:xfrm>
            <a:off x="2306896" y="1327355"/>
            <a:ext cx="5141040" cy="732123"/>
          </a:xfrm>
          <a:prstGeom prst="rect">
            <a:avLst/>
          </a:prstGeom>
          <a:solidFill>
            <a:schemeClr val="accent2"/>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41" name="Google Shape;941;g1b28a4da422_2_155"/>
          <p:cNvSpPr/>
          <p:nvPr/>
        </p:nvSpPr>
        <p:spPr>
          <a:xfrm>
            <a:off x="2310566" y="2166481"/>
            <a:ext cx="5137370" cy="453348"/>
          </a:xfrm>
          <a:prstGeom prst="rect">
            <a:avLst/>
          </a:prstGeom>
          <a:solidFill>
            <a:schemeClr val="accent2"/>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42" name="Google Shape;942;g1b28a4da422_2_155"/>
          <p:cNvSpPr/>
          <p:nvPr/>
        </p:nvSpPr>
        <p:spPr>
          <a:xfrm>
            <a:off x="2306896" y="2682697"/>
            <a:ext cx="5141040" cy="1124057"/>
          </a:xfrm>
          <a:prstGeom prst="rect">
            <a:avLst/>
          </a:prstGeom>
          <a:solidFill>
            <a:schemeClr val="accent2"/>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43" name="Google Shape;943;g1b28a4da422_2_155"/>
          <p:cNvSpPr/>
          <p:nvPr/>
        </p:nvSpPr>
        <p:spPr>
          <a:xfrm>
            <a:off x="771824" y="1327355"/>
            <a:ext cx="1423219" cy="3657598"/>
          </a:xfrm>
          <a:prstGeom prst="roundRect">
            <a:avLst>
              <a:gd fmla="val 16667" name="adj"/>
            </a:avLst>
          </a:prstGeom>
          <a:solidFill>
            <a:schemeClr val="accent2"/>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44" name="Google Shape;944;g1b28a4da422_2_155"/>
          <p:cNvSpPr/>
          <p:nvPr/>
        </p:nvSpPr>
        <p:spPr>
          <a:xfrm>
            <a:off x="869541" y="2200244"/>
            <a:ext cx="1275735" cy="339213"/>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STD_TYPES</a:t>
            </a:r>
            <a:endParaRPr b="0" i="0" sz="1400" u="none" cap="none" strike="noStrike">
              <a:solidFill>
                <a:srgbClr val="000000"/>
              </a:solidFill>
              <a:latin typeface="Arial"/>
              <a:ea typeface="Arial"/>
              <a:cs typeface="Arial"/>
              <a:sym typeface="Arial"/>
            </a:endParaRPr>
          </a:p>
        </p:txBody>
      </p:sp>
      <p:sp>
        <p:nvSpPr>
          <p:cNvPr id="945" name="Google Shape;945;g1b28a4da422_2_155"/>
          <p:cNvSpPr/>
          <p:nvPr/>
        </p:nvSpPr>
        <p:spPr>
          <a:xfrm>
            <a:off x="845565" y="3133189"/>
            <a:ext cx="1275735" cy="339213"/>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BIT_MATH</a:t>
            </a:r>
            <a:endParaRPr b="0" i="0" sz="1400" u="none" cap="none" strike="noStrike">
              <a:solidFill>
                <a:srgbClr val="000000"/>
              </a:solidFill>
              <a:latin typeface="Arial"/>
              <a:ea typeface="Arial"/>
              <a:cs typeface="Arial"/>
              <a:sym typeface="Arial"/>
            </a:endParaRPr>
          </a:p>
        </p:txBody>
      </p:sp>
      <p:sp>
        <p:nvSpPr>
          <p:cNvPr id="946" name="Google Shape;946;g1b28a4da422_2_155"/>
          <p:cNvSpPr/>
          <p:nvPr/>
        </p:nvSpPr>
        <p:spPr>
          <a:xfrm>
            <a:off x="858623" y="4051530"/>
            <a:ext cx="1275735" cy="339213"/>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Stdutils</a:t>
            </a:r>
            <a:endParaRPr b="0" i="0" sz="1400" u="none" cap="none" strike="noStrike">
              <a:solidFill>
                <a:schemeClr val="lt1"/>
              </a:solidFill>
              <a:latin typeface="Arial"/>
              <a:ea typeface="Arial"/>
              <a:cs typeface="Arial"/>
              <a:sym typeface="Arial"/>
            </a:endParaRPr>
          </a:p>
        </p:txBody>
      </p:sp>
      <p:sp>
        <p:nvSpPr>
          <p:cNvPr id="947" name="Google Shape;947;g1b28a4da422_2_155"/>
          <p:cNvSpPr/>
          <p:nvPr/>
        </p:nvSpPr>
        <p:spPr>
          <a:xfrm>
            <a:off x="1106117" y="1508667"/>
            <a:ext cx="870155" cy="321056"/>
          </a:xfrm>
          <a:prstGeom prst="rect">
            <a:avLst/>
          </a:prstGeom>
          <a:solidFill>
            <a:schemeClr val="accent2"/>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LIB</a:t>
            </a:r>
            <a:endParaRPr b="0" i="0" sz="1400" u="none" cap="none" strike="noStrike">
              <a:solidFill>
                <a:srgbClr val="000000"/>
              </a:solidFill>
              <a:latin typeface="Arial"/>
              <a:ea typeface="Arial"/>
              <a:cs typeface="Arial"/>
              <a:sym typeface="Arial"/>
            </a:endParaRPr>
          </a:p>
        </p:txBody>
      </p:sp>
      <p:sp>
        <p:nvSpPr>
          <p:cNvPr id="948" name="Google Shape;948;g1b28a4da422_2_155"/>
          <p:cNvSpPr/>
          <p:nvPr/>
        </p:nvSpPr>
        <p:spPr>
          <a:xfrm>
            <a:off x="7127165" y="1392188"/>
            <a:ext cx="280216" cy="641852"/>
          </a:xfrm>
          <a:prstGeom prst="rect">
            <a:avLst/>
          </a:prstGeom>
          <a:solidFill>
            <a:schemeClr val="accent2"/>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APP</a:t>
            </a:r>
            <a:endParaRPr b="0" i="0" sz="1400" u="none" cap="none" strike="noStrike">
              <a:solidFill>
                <a:srgbClr val="000000"/>
              </a:solidFill>
              <a:latin typeface="Arial"/>
              <a:ea typeface="Arial"/>
              <a:cs typeface="Arial"/>
              <a:sym typeface="Arial"/>
            </a:endParaRPr>
          </a:p>
        </p:txBody>
      </p:sp>
      <p:sp>
        <p:nvSpPr>
          <p:cNvPr id="949" name="Google Shape;949;g1b28a4da422_2_155"/>
          <p:cNvSpPr/>
          <p:nvPr/>
        </p:nvSpPr>
        <p:spPr>
          <a:xfrm>
            <a:off x="2588620" y="1490940"/>
            <a:ext cx="1290484" cy="321056"/>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PID</a:t>
            </a:r>
            <a:endParaRPr b="0" i="0" sz="1400" u="none" cap="none" strike="noStrike">
              <a:solidFill>
                <a:srgbClr val="000000"/>
              </a:solidFill>
              <a:latin typeface="Arial"/>
              <a:ea typeface="Arial"/>
              <a:cs typeface="Arial"/>
              <a:sym typeface="Arial"/>
            </a:endParaRPr>
          </a:p>
        </p:txBody>
      </p:sp>
      <p:sp>
        <p:nvSpPr>
          <p:cNvPr id="950" name="Google Shape;950;g1b28a4da422_2_155"/>
          <p:cNvSpPr/>
          <p:nvPr/>
        </p:nvSpPr>
        <p:spPr>
          <a:xfrm>
            <a:off x="4929646" y="1479321"/>
            <a:ext cx="1290484" cy="321056"/>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MPU_PID</a:t>
            </a:r>
            <a:endParaRPr b="0" i="0" sz="1400" u="none" cap="none" strike="noStrike">
              <a:solidFill>
                <a:srgbClr val="000000"/>
              </a:solidFill>
              <a:latin typeface="Arial"/>
              <a:ea typeface="Arial"/>
              <a:cs typeface="Arial"/>
              <a:sym typeface="Arial"/>
            </a:endParaRPr>
          </a:p>
        </p:txBody>
      </p:sp>
      <p:sp>
        <p:nvSpPr>
          <p:cNvPr id="951" name="Google Shape;951;g1b28a4da422_2_155"/>
          <p:cNvSpPr/>
          <p:nvPr/>
        </p:nvSpPr>
        <p:spPr>
          <a:xfrm>
            <a:off x="3060281" y="2327817"/>
            <a:ext cx="3060300" cy="243933"/>
          </a:xfrm>
          <a:prstGeom prst="rect">
            <a:avLst/>
          </a:prstGeom>
          <a:solidFill>
            <a:schemeClr val="accent2"/>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RTOS</a:t>
            </a:r>
            <a:endParaRPr b="0" i="0" sz="1400" u="none" cap="none" strike="noStrike">
              <a:solidFill>
                <a:srgbClr val="000000"/>
              </a:solidFill>
              <a:latin typeface="Arial"/>
              <a:ea typeface="Arial"/>
              <a:cs typeface="Arial"/>
              <a:sym typeface="Arial"/>
            </a:endParaRPr>
          </a:p>
        </p:txBody>
      </p:sp>
      <p:sp>
        <p:nvSpPr>
          <p:cNvPr id="952" name="Google Shape;952;g1b28a4da422_2_155"/>
          <p:cNvSpPr/>
          <p:nvPr/>
        </p:nvSpPr>
        <p:spPr>
          <a:xfrm>
            <a:off x="7208276" y="2766130"/>
            <a:ext cx="117994" cy="850416"/>
          </a:xfrm>
          <a:prstGeom prst="rect">
            <a:avLst/>
          </a:prstGeom>
          <a:solidFill>
            <a:schemeClr val="accent2"/>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HAL</a:t>
            </a:r>
            <a:endParaRPr b="0" i="0" sz="1400" u="none" cap="none" strike="noStrike">
              <a:solidFill>
                <a:srgbClr val="000000"/>
              </a:solidFill>
              <a:latin typeface="Arial"/>
              <a:ea typeface="Arial"/>
              <a:cs typeface="Arial"/>
              <a:sym typeface="Arial"/>
            </a:endParaRPr>
          </a:p>
        </p:txBody>
      </p:sp>
      <p:sp>
        <p:nvSpPr>
          <p:cNvPr id="953" name="Google Shape;953;g1b28a4da422_2_155"/>
          <p:cNvSpPr/>
          <p:nvPr/>
        </p:nvSpPr>
        <p:spPr>
          <a:xfrm>
            <a:off x="2372936" y="2753013"/>
            <a:ext cx="1290484" cy="272296"/>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DC_Motor</a:t>
            </a:r>
            <a:endParaRPr b="0" i="0" sz="1400" u="none" cap="none" strike="noStrike">
              <a:solidFill>
                <a:schemeClr val="lt1"/>
              </a:solidFill>
              <a:latin typeface="Arial"/>
              <a:ea typeface="Arial"/>
              <a:cs typeface="Arial"/>
              <a:sym typeface="Arial"/>
            </a:endParaRPr>
          </a:p>
        </p:txBody>
      </p:sp>
      <p:sp>
        <p:nvSpPr>
          <p:cNvPr id="954" name="Google Shape;954;g1b28a4da422_2_155"/>
          <p:cNvSpPr/>
          <p:nvPr/>
        </p:nvSpPr>
        <p:spPr>
          <a:xfrm>
            <a:off x="3790636" y="2756436"/>
            <a:ext cx="1290484" cy="282741"/>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MPU</a:t>
            </a:r>
            <a:endParaRPr b="0" i="0" sz="1400" u="none" cap="none" strike="noStrike">
              <a:solidFill>
                <a:srgbClr val="000000"/>
              </a:solidFill>
              <a:latin typeface="Arial"/>
              <a:ea typeface="Arial"/>
              <a:cs typeface="Arial"/>
              <a:sym typeface="Arial"/>
            </a:endParaRPr>
          </a:p>
        </p:txBody>
      </p:sp>
      <p:sp>
        <p:nvSpPr>
          <p:cNvPr id="955" name="Google Shape;955;g1b28a4da422_2_155"/>
          <p:cNvSpPr/>
          <p:nvPr/>
        </p:nvSpPr>
        <p:spPr>
          <a:xfrm>
            <a:off x="5228919" y="2742745"/>
            <a:ext cx="1290484" cy="295314"/>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Bluetooth</a:t>
            </a:r>
            <a:endParaRPr b="0" i="0" sz="1400" u="none" cap="none" strike="noStrike">
              <a:solidFill>
                <a:srgbClr val="000000"/>
              </a:solidFill>
              <a:latin typeface="Arial"/>
              <a:ea typeface="Arial"/>
              <a:cs typeface="Arial"/>
              <a:sym typeface="Arial"/>
            </a:endParaRPr>
          </a:p>
        </p:txBody>
      </p:sp>
      <p:sp>
        <p:nvSpPr>
          <p:cNvPr id="956" name="Google Shape;956;g1b28a4da422_2_155"/>
          <p:cNvSpPr/>
          <p:nvPr/>
        </p:nvSpPr>
        <p:spPr>
          <a:xfrm>
            <a:off x="2372936" y="3112144"/>
            <a:ext cx="1290484" cy="272296"/>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PH_Sensor</a:t>
            </a:r>
            <a:endParaRPr b="0" i="0" sz="1400" u="none" cap="none" strike="noStrike">
              <a:solidFill>
                <a:schemeClr val="lt1"/>
              </a:solidFill>
              <a:latin typeface="Arial"/>
              <a:ea typeface="Arial"/>
              <a:cs typeface="Arial"/>
              <a:sym typeface="Arial"/>
            </a:endParaRPr>
          </a:p>
        </p:txBody>
      </p:sp>
      <p:sp>
        <p:nvSpPr>
          <p:cNvPr id="957" name="Google Shape;957;g1b28a4da422_2_155"/>
          <p:cNvSpPr/>
          <p:nvPr/>
        </p:nvSpPr>
        <p:spPr>
          <a:xfrm>
            <a:off x="3790636" y="3112145"/>
            <a:ext cx="1290484" cy="272296"/>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TDS_Sensor</a:t>
            </a:r>
            <a:endParaRPr b="0" i="0" sz="1400" u="none" cap="none" strike="noStrike">
              <a:solidFill>
                <a:schemeClr val="lt1"/>
              </a:solidFill>
              <a:latin typeface="Arial"/>
              <a:ea typeface="Arial"/>
              <a:cs typeface="Arial"/>
              <a:sym typeface="Arial"/>
            </a:endParaRPr>
          </a:p>
        </p:txBody>
      </p:sp>
      <p:sp>
        <p:nvSpPr>
          <p:cNvPr id="958" name="Google Shape;958;g1b28a4da422_2_155"/>
          <p:cNvSpPr/>
          <p:nvPr/>
        </p:nvSpPr>
        <p:spPr>
          <a:xfrm>
            <a:off x="5228919" y="3108332"/>
            <a:ext cx="1277575" cy="272296"/>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Arial"/>
                <a:ea typeface="Arial"/>
                <a:cs typeface="Arial"/>
                <a:sym typeface="Arial"/>
              </a:rPr>
              <a:t>Turbidity_Sensor</a:t>
            </a:r>
            <a:endParaRPr b="0" i="0" sz="1100" u="none" cap="none" strike="noStrike">
              <a:solidFill>
                <a:schemeClr val="lt1"/>
              </a:solidFill>
              <a:latin typeface="Arial"/>
              <a:ea typeface="Arial"/>
              <a:cs typeface="Arial"/>
              <a:sym typeface="Arial"/>
            </a:endParaRPr>
          </a:p>
        </p:txBody>
      </p:sp>
      <p:sp>
        <p:nvSpPr>
          <p:cNvPr id="959" name="Google Shape;959;g1b28a4da422_2_155"/>
          <p:cNvSpPr/>
          <p:nvPr/>
        </p:nvSpPr>
        <p:spPr>
          <a:xfrm>
            <a:off x="3790636" y="3463085"/>
            <a:ext cx="1290484" cy="258981"/>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Arial"/>
                <a:ea typeface="Arial"/>
                <a:cs typeface="Arial"/>
                <a:sym typeface="Arial"/>
              </a:rPr>
              <a:t>Turbidity_Sensor</a:t>
            </a:r>
            <a:endParaRPr b="0" i="0" sz="1100" u="none" cap="none" strike="noStrike">
              <a:solidFill>
                <a:schemeClr val="lt1"/>
              </a:solidFill>
              <a:latin typeface="Arial"/>
              <a:ea typeface="Arial"/>
              <a:cs typeface="Arial"/>
              <a:sym typeface="Arial"/>
            </a:endParaRPr>
          </a:p>
        </p:txBody>
      </p:sp>
      <p:sp>
        <p:nvSpPr>
          <p:cNvPr id="960" name="Google Shape;960;g1b28a4da422_2_155"/>
          <p:cNvSpPr/>
          <p:nvPr/>
        </p:nvSpPr>
        <p:spPr>
          <a:xfrm>
            <a:off x="5221245" y="3464008"/>
            <a:ext cx="1277575" cy="258058"/>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Arial"/>
                <a:ea typeface="Arial"/>
                <a:cs typeface="Arial"/>
                <a:sym typeface="Arial"/>
              </a:rPr>
              <a:t>Turbidity_Sensor</a:t>
            </a:r>
            <a:endParaRPr b="0" i="0" sz="1100" u="none" cap="none" strike="noStrike">
              <a:solidFill>
                <a:schemeClr val="lt1"/>
              </a:solidFill>
              <a:latin typeface="Arial"/>
              <a:ea typeface="Arial"/>
              <a:cs typeface="Arial"/>
              <a:sym typeface="Arial"/>
            </a:endParaRPr>
          </a:p>
        </p:txBody>
      </p:sp>
      <p:sp>
        <p:nvSpPr>
          <p:cNvPr id="961" name="Google Shape;961;g1b28a4da422_2_155"/>
          <p:cNvSpPr/>
          <p:nvPr/>
        </p:nvSpPr>
        <p:spPr>
          <a:xfrm>
            <a:off x="2372936" y="3472402"/>
            <a:ext cx="1277575" cy="249664"/>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Arial"/>
                <a:ea typeface="Arial"/>
                <a:cs typeface="Arial"/>
                <a:sym typeface="Arial"/>
              </a:rPr>
              <a:t>Turbidity_Sensor</a:t>
            </a:r>
            <a:endParaRPr b="0" i="0" sz="1100" u="none" cap="none" strike="noStrike">
              <a:solidFill>
                <a:schemeClr val="lt1"/>
              </a:solidFill>
              <a:latin typeface="Arial"/>
              <a:ea typeface="Arial"/>
              <a:cs typeface="Arial"/>
              <a:sym typeface="Arial"/>
            </a:endParaRPr>
          </a:p>
        </p:txBody>
      </p:sp>
      <p:sp>
        <p:nvSpPr>
          <p:cNvPr id="962" name="Google Shape;962;g1b28a4da422_2_155"/>
          <p:cNvSpPr/>
          <p:nvPr/>
        </p:nvSpPr>
        <p:spPr>
          <a:xfrm>
            <a:off x="2292759" y="3860897"/>
            <a:ext cx="5141040" cy="1124057"/>
          </a:xfrm>
          <a:prstGeom prst="rect">
            <a:avLst/>
          </a:prstGeom>
          <a:solidFill>
            <a:schemeClr val="accent2"/>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3" name="Google Shape;963;g1b28a4da422_2_155"/>
          <p:cNvSpPr/>
          <p:nvPr/>
        </p:nvSpPr>
        <p:spPr>
          <a:xfrm>
            <a:off x="2292759" y="3861214"/>
            <a:ext cx="5141040" cy="1124057"/>
          </a:xfrm>
          <a:prstGeom prst="rect">
            <a:avLst/>
          </a:prstGeom>
          <a:solidFill>
            <a:schemeClr val="accent2"/>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4" name="Google Shape;964;g1b28a4da422_2_155"/>
          <p:cNvSpPr/>
          <p:nvPr/>
        </p:nvSpPr>
        <p:spPr>
          <a:xfrm>
            <a:off x="7117941" y="3976099"/>
            <a:ext cx="298664" cy="890298"/>
          </a:xfrm>
          <a:prstGeom prst="rect">
            <a:avLst/>
          </a:prstGeom>
          <a:solidFill>
            <a:schemeClr val="accent2"/>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MCAL</a:t>
            </a:r>
            <a:endParaRPr b="0" i="0" sz="1400" u="none" cap="none" strike="noStrike">
              <a:solidFill>
                <a:srgbClr val="000000"/>
              </a:solidFill>
              <a:latin typeface="Arial"/>
              <a:ea typeface="Arial"/>
              <a:cs typeface="Arial"/>
              <a:sym typeface="Arial"/>
            </a:endParaRPr>
          </a:p>
        </p:txBody>
      </p:sp>
      <p:sp>
        <p:nvSpPr>
          <p:cNvPr id="965" name="Google Shape;965;g1b28a4da422_2_155"/>
          <p:cNvSpPr/>
          <p:nvPr/>
        </p:nvSpPr>
        <p:spPr>
          <a:xfrm>
            <a:off x="2372936" y="4285100"/>
            <a:ext cx="1290484" cy="272296"/>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TIMER0</a:t>
            </a:r>
            <a:endParaRPr b="0" i="0" sz="1400" u="none" cap="none" strike="noStrike">
              <a:solidFill>
                <a:srgbClr val="000000"/>
              </a:solidFill>
              <a:latin typeface="Arial"/>
              <a:ea typeface="Arial"/>
              <a:cs typeface="Arial"/>
              <a:sym typeface="Arial"/>
            </a:endParaRPr>
          </a:p>
        </p:txBody>
      </p:sp>
      <p:sp>
        <p:nvSpPr>
          <p:cNvPr id="966" name="Google Shape;966;g1b28a4da422_2_155"/>
          <p:cNvSpPr/>
          <p:nvPr/>
        </p:nvSpPr>
        <p:spPr>
          <a:xfrm>
            <a:off x="3790636" y="4285101"/>
            <a:ext cx="1290484" cy="272296"/>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TIMER1</a:t>
            </a:r>
            <a:endParaRPr b="0" i="0" sz="1400" u="none" cap="none" strike="noStrike">
              <a:solidFill>
                <a:srgbClr val="000000"/>
              </a:solidFill>
              <a:latin typeface="Arial"/>
              <a:ea typeface="Arial"/>
              <a:cs typeface="Arial"/>
              <a:sym typeface="Arial"/>
            </a:endParaRPr>
          </a:p>
        </p:txBody>
      </p:sp>
      <p:sp>
        <p:nvSpPr>
          <p:cNvPr id="967" name="Google Shape;967;g1b28a4da422_2_155"/>
          <p:cNvSpPr/>
          <p:nvPr/>
        </p:nvSpPr>
        <p:spPr>
          <a:xfrm>
            <a:off x="5228919" y="4281288"/>
            <a:ext cx="1277575" cy="272296"/>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TIMER2</a:t>
            </a:r>
            <a:endParaRPr b="0" i="0" sz="1400" u="none" cap="none" strike="noStrike">
              <a:solidFill>
                <a:srgbClr val="000000"/>
              </a:solidFill>
              <a:latin typeface="Arial"/>
              <a:ea typeface="Arial"/>
              <a:cs typeface="Arial"/>
              <a:sym typeface="Arial"/>
            </a:endParaRPr>
          </a:p>
        </p:txBody>
      </p:sp>
      <p:sp>
        <p:nvSpPr>
          <p:cNvPr id="968" name="Google Shape;968;g1b28a4da422_2_155"/>
          <p:cNvSpPr/>
          <p:nvPr/>
        </p:nvSpPr>
        <p:spPr>
          <a:xfrm>
            <a:off x="3790636" y="4636041"/>
            <a:ext cx="1290484" cy="258981"/>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SPI</a:t>
            </a:r>
            <a:endParaRPr b="0" i="0" sz="1400" u="none" cap="none" strike="noStrike">
              <a:solidFill>
                <a:srgbClr val="000000"/>
              </a:solidFill>
              <a:latin typeface="Arial"/>
              <a:ea typeface="Arial"/>
              <a:cs typeface="Arial"/>
              <a:sym typeface="Arial"/>
            </a:endParaRPr>
          </a:p>
        </p:txBody>
      </p:sp>
      <p:sp>
        <p:nvSpPr>
          <p:cNvPr id="969" name="Google Shape;969;g1b28a4da422_2_155"/>
          <p:cNvSpPr/>
          <p:nvPr/>
        </p:nvSpPr>
        <p:spPr>
          <a:xfrm>
            <a:off x="5221245" y="4636964"/>
            <a:ext cx="1277575" cy="258058"/>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I2C</a:t>
            </a:r>
            <a:endParaRPr b="0" i="0" sz="1400" u="none" cap="none" strike="noStrike">
              <a:solidFill>
                <a:srgbClr val="000000"/>
              </a:solidFill>
              <a:latin typeface="Arial"/>
              <a:ea typeface="Arial"/>
              <a:cs typeface="Arial"/>
              <a:sym typeface="Arial"/>
            </a:endParaRPr>
          </a:p>
        </p:txBody>
      </p:sp>
      <p:sp>
        <p:nvSpPr>
          <p:cNvPr id="970" name="Google Shape;970;g1b28a4da422_2_155"/>
          <p:cNvSpPr/>
          <p:nvPr/>
        </p:nvSpPr>
        <p:spPr>
          <a:xfrm>
            <a:off x="2372936" y="4645358"/>
            <a:ext cx="1277575" cy="249664"/>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UART</a:t>
            </a:r>
            <a:endParaRPr b="0" i="0" sz="1400" u="none" cap="none" strike="noStrike">
              <a:solidFill>
                <a:srgbClr val="000000"/>
              </a:solidFill>
              <a:latin typeface="Arial"/>
              <a:ea typeface="Arial"/>
              <a:cs typeface="Arial"/>
              <a:sym typeface="Arial"/>
            </a:endParaRPr>
          </a:p>
        </p:txBody>
      </p:sp>
      <p:sp>
        <p:nvSpPr>
          <p:cNvPr id="971" name="Google Shape;971;g1b28a4da422_2_155"/>
          <p:cNvSpPr/>
          <p:nvPr/>
        </p:nvSpPr>
        <p:spPr>
          <a:xfrm>
            <a:off x="2372936" y="3906737"/>
            <a:ext cx="1290484" cy="272296"/>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ADC</a:t>
            </a:r>
            <a:endParaRPr b="0" i="0" sz="1400" u="none" cap="none" strike="noStrike">
              <a:solidFill>
                <a:srgbClr val="000000"/>
              </a:solidFill>
              <a:latin typeface="Arial"/>
              <a:ea typeface="Arial"/>
              <a:cs typeface="Arial"/>
              <a:sym typeface="Arial"/>
            </a:endParaRPr>
          </a:p>
        </p:txBody>
      </p:sp>
      <p:sp>
        <p:nvSpPr>
          <p:cNvPr id="972" name="Google Shape;972;g1b28a4da422_2_155"/>
          <p:cNvSpPr/>
          <p:nvPr/>
        </p:nvSpPr>
        <p:spPr>
          <a:xfrm>
            <a:off x="3790636" y="3910160"/>
            <a:ext cx="1290484" cy="282741"/>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DIO</a:t>
            </a:r>
            <a:endParaRPr b="0" i="0" sz="1400" u="none" cap="none" strike="noStrike">
              <a:solidFill>
                <a:srgbClr val="000000"/>
              </a:solidFill>
              <a:latin typeface="Arial"/>
              <a:ea typeface="Arial"/>
              <a:cs typeface="Arial"/>
              <a:sym typeface="Arial"/>
            </a:endParaRPr>
          </a:p>
        </p:txBody>
      </p:sp>
      <p:sp>
        <p:nvSpPr>
          <p:cNvPr id="973" name="Google Shape;973;g1b28a4da422_2_155"/>
          <p:cNvSpPr/>
          <p:nvPr/>
        </p:nvSpPr>
        <p:spPr>
          <a:xfrm>
            <a:off x="5228919" y="3896469"/>
            <a:ext cx="1290484" cy="295314"/>
          </a:xfrm>
          <a:prstGeom prst="roundRect">
            <a:avLst>
              <a:gd fmla="val 16667" name="adj"/>
            </a:avLst>
          </a:prstGeom>
          <a:solidFill>
            <a:schemeClr val="accent3"/>
          </a:solidFill>
          <a:ln cap="flat" cmpd="sng" w="25400">
            <a:solidFill>
              <a:srgbClr val="337B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GIE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g1b28a4da422_2_194"/>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500"/>
              <a:buNone/>
            </a:pPr>
            <a:r>
              <a:rPr b="1" lang="en" sz="3700"/>
              <a:t>PID</a:t>
            </a:r>
            <a:endParaRPr b="1" sz="3700"/>
          </a:p>
        </p:txBody>
      </p:sp>
      <p:sp>
        <p:nvSpPr>
          <p:cNvPr id="979" name="Google Shape;979;g1b28a4da422_2_194"/>
          <p:cNvSpPr txBox="1"/>
          <p:nvPr/>
        </p:nvSpPr>
        <p:spPr>
          <a:xfrm>
            <a:off x="482810" y="1012846"/>
            <a:ext cx="5703938"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Why we use cont</a:t>
            </a:r>
            <a:r>
              <a:rPr b="0" i="0" lang="en" sz="1600" u="none" cap="none" strike="noStrike">
                <a:solidFill>
                  <a:schemeClr val="dk1"/>
                </a:solidFill>
                <a:latin typeface="Arial"/>
                <a:ea typeface="Arial"/>
                <a:cs typeface="Arial"/>
                <a:sym typeface="Arial"/>
              </a:rPr>
              <a:t>ro</a:t>
            </a:r>
            <a:r>
              <a:rPr lang="en" sz="1600">
                <a:solidFill>
                  <a:schemeClr val="dk1"/>
                </a:solidFill>
              </a:rPr>
              <a:t>l</a:t>
            </a:r>
            <a:r>
              <a:rPr b="0" i="0" lang="en" sz="1600" u="none" cap="none" strike="noStrike">
                <a:solidFill>
                  <a:schemeClr val="dk1"/>
                </a:solidFill>
                <a:latin typeface="Arial"/>
                <a:ea typeface="Arial"/>
                <a:cs typeface="Arial"/>
                <a:sym typeface="Arial"/>
              </a:rPr>
              <a:t> algorithm?</a:t>
            </a:r>
            <a:endParaRPr b="0" i="0" sz="1400" u="none" cap="none" strike="noStrike">
              <a:solidFill>
                <a:srgbClr val="000000"/>
              </a:solidFill>
              <a:latin typeface="Arial"/>
              <a:ea typeface="Arial"/>
              <a:cs typeface="Arial"/>
              <a:sym typeface="Arial"/>
            </a:endParaRPr>
          </a:p>
        </p:txBody>
      </p:sp>
      <p:sp>
        <p:nvSpPr>
          <p:cNvPr id="980" name="Google Shape;980;g1b28a4da422_2_194"/>
          <p:cNvSpPr txBox="1"/>
          <p:nvPr/>
        </p:nvSpPr>
        <p:spPr>
          <a:xfrm>
            <a:off x="482810" y="1348290"/>
            <a:ext cx="5703938" cy="73866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A way to influence the process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A way to see how the process behaves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A way to define how we want it to behave</a:t>
            </a:r>
            <a:endParaRPr b="0" i="0" sz="1400" u="none" cap="none" strike="noStrike">
              <a:solidFill>
                <a:srgbClr val="000000"/>
              </a:solidFill>
              <a:latin typeface="Arial"/>
              <a:ea typeface="Arial"/>
              <a:cs typeface="Arial"/>
              <a:sym typeface="Arial"/>
            </a:endParaRPr>
          </a:p>
        </p:txBody>
      </p:sp>
      <p:grpSp>
        <p:nvGrpSpPr>
          <p:cNvPr id="981" name="Google Shape;981;g1b28a4da422_2_194"/>
          <p:cNvGrpSpPr/>
          <p:nvPr/>
        </p:nvGrpSpPr>
        <p:grpSpPr>
          <a:xfrm>
            <a:off x="1050222" y="2781920"/>
            <a:ext cx="4913975" cy="2338920"/>
            <a:chOff x="1152236" y="2688054"/>
            <a:chExt cx="4913975" cy="2338920"/>
          </a:xfrm>
        </p:grpSpPr>
        <p:sp>
          <p:nvSpPr>
            <p:cNvPr id="982" name="Google Shape;982;g1b28a4da422_2_194"/>
            <p:cNvSpPr/>
            <p:nvPr/>
          </p:nvSpPr>
          <p:spPr>
            <a:xfrm>
              <a:off x="3666913" y="2688054"/>
              <a:ext cx="1614957" cy="1196705"/>
            </a:xfrm>
            <a:prstGeom prst="roundRect">
              <a:avLst>
                <a:gd fmla="val 16667" name="adj"/>
              </a:avLst>
            </a:prstGeom>
            <a:gradFill>
              <a:gsLst>
                <a:gs pos="0">
                  <a:srgbClr val="2DAEFF"/>
                </a:gs>
                <a:gs pos="100000">
                  <a:srgbClr val="7ED9FF"/>
                </a:gs>
              </a:gsLst>
              <a:lin ang="16200000" scaled="0"/>
            </a:gradFill>
            <a:ln cap="flat" cmpd="sng" w="9525">
              <a:solidFill>
                <a:srgbClr val="40A5E4"/>
              </a:solidFill>
              <a:prstDash val="solid"/>
              <a:round/>
              <a:headEnd len="sm" w="sm" type="none"/>
              <a:tailEnd len="sm" w="sm" type="none"/>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983" name="Google Shape;983;g1b28a4da422_2_194"/>
            <p:cNvCxnSpPr/>
            <p:nvPr/>
          </p:nvCxnSpPr>
          <p:spPr>
            <a:xfrm>
              <a:off x="2827834" y="3286407"/>
              <a:ext cx="814812" cy="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6470"/>
                </a:srgbClr>
              </a:outerShdw>
            </a:effectLst>
          </p:spPr>
        </p:cxnSp>
        <p:cxnSp>
          <p:nvCxnSpPr>
            <p:cNvPr id="984" name="Google Shape;984;g1b28a4da422_2_194"/>
            <p:cNvCxnSpPr/>
            <p:nvPr/>
          </p:nvCxnSpPr>
          <p:spPr>
            <a:xfrm rot="10800000">
              <a:off x="2673145" y="3432306"/>
              <a:ext cx="0" cy="773142"/>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6470"/>
                </a:srgbClr>
              </a:outerShdw>
            </a:effectLst>
          </p:spPr>
        </p:cxnSp>
        <p:cxnSp>
          <p:nvCxnSpPr>
            <p:cNvPr id="985" name="Google Shape;985;g1b28a4da422_2_194"/>
            <p:cNvCxnSpPr/>
            <p:nvPr/>
          </p:nvCxnSpPr>
          <p:spPr>
            <a:xfrm>
              <a:off x="5276284" y="3262778"/>
              <a:ext cx="789927" cy="1"/>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6470"/>
                </a:srgbClr>
              </a:outerShdw>
            </a:effectLst>
          </p:spPr>
        </p:cxnSp>
        <p:sp>
          <p:nvSpPr>
            <p:cNvPr id="986" name="Google Shape;986;g1b28a4da422_2_194"/>
            <p:cNvSpPr txBox="1"/>
            <p:nvPr/>
          </p:nvSpPr>
          <p:spPr>
            <a:xfrm>
              <a:off x="1152236" y="2991330"/>
              <a:ext cx="808235"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Set Point</a:t>
              </a:r>
              <a:endParaRPr b="0" i="0" sz="1200" u="none" cap="none" strike="noStrike">
                <a:solidFill>
                  <a:srgbClr val="000000"/>
                </a:solidFill>
                <a:latin typeface="Arial"/>
                <a:ea typeface="Arial"/>
                <a:cs typeface="Arial"/>
                <a:sym typeface="Arial"/>
              </a:endParaRPr>
            </a:p>
          </p:txBody>
        </p:sp>
        <p:sp>
          <p:nvSpPr>
            <p:cNvPr id="987" name="Google Shape;987;g1b28a4da422_2_194"/>
            <p:cNvSpPr txBox="1"/>
            <p:nvPr/>
          </p:nvSpPr>
          <p:spPr>
            <a:xfrm>
              <a:off x="2527246" y="4657642"/>
              <a:ext cx="53091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MV</a:t>
              </a:r>
              <a:endParaRPr b="0" i="0" sz="1400" u="none" cap="none" strike="noStrike">
                <a:solidFill>
                  <a:srgbClr val="000000"/>
                </a:solidFill>
                <a:latin typeface="Arial"/>
                <a:ea typeface="Arial"/>
                <a:cs typeface="Arial"/>
                <a:sym typeface="Arial"/>
              </a:endParaRPr>
            </a:p>
          </p:txBody>
        </p:sp>
      </p:grpSp>
      <p:cxnSp>
        <p:nvCxnSpPr>
          <p:cNvPr id="988" name="Google Shape;988;g1b28a4da422_2_194"/>
          <p:cNvCxnSpPr/>
          <p:nvPr/>
        </p:nvCxnSpPr>
        <p:spPr>
          <a:xfrm>
            <a:off x="1597447" y="3380273"/>
            <a:ext cx="814812" cy="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6470"/>
              </a:srgbClr>
            </a:outerShdw>
          </a:effectLst>
        </p:spPr>
      </p:cxnSp>
      <p:sp>
        <p:nvSpPr>
          <p:cNvPr id="989" name="Google Shape;989;g1b28a4da422_2_194"/>
          <p:cNvSpPr/>
          <p:nvPr/>
        </p:nvSpPr>
        <p:spPr>
          <a:xfrm>
            <a:off x="2425232" y="3234374"/>
            <a:ext cx="291798" cy="291798"/>
          </a:xfrm>
          <a:prstGeom prst="ellipse">
            <a:avLst/>
          </a:prstGeom>
          <a:gradFill>
            <a:gsLst>
              <a:gs pos="0">
                <a:srgbClr val="2DAEFF"/>
              </a:gs>
              <a:gs pos="100000">
                <a:srgbClr val="7ED9FF"/>
              </a:gs>
            </a:gsLst>
            <a:lin ang="16200000" scaled="0"/>
          </a:gradFill>
          <a:ln cap="flat" cmpd="sng" w="9525">
            <a:solidFill>
              <a:srgbClr val="40A5E4"/>
            </a:solidFill>
            <a:prstDash val="solid"/>
            <a:round/>
            <a:headEnd len="sm" w="sm" type="none"/>
            <a:tailEnd len="sm" w="sm" type="none"/>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90" name="Google Shape;990;g1b28a4da422_2_194"/>
          <p:cNvSpPr txBox="1"/>
          <p:nvPr/>
        </p:nvSpPr>
        <p:spPr>
          <a:xfrm>
            <a:off x="2197298" y="3049708"/>
            <a:ext cx="31931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991" name="Google Shape;991;g1b28a4da422_2_194"/>
          <p:cNvSpPr txBox="1"/>
          <p:nvPr/>
        </p:nvSpPr>
        <p:spPr>
          <a:xfrm>
            <a:off x="2574978" y="3404856"/>
            <a:ext cx="26161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992" name="Google Shape;992;g1b28a4da422_2_194"/>
          <p:cNvSpPr txBox="1"/>
          <p:nvPr/>
        </p:nvSpPr>
        <p:spPr>
          <a:xfrm>
            <a:off x="2960014" y="3021046"/>
            <a:ext cx="5613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error</a:t>
            </a:r>
            <a:endParaRPr b="0" i="0" sz="1400" u="none" cap="none" strike="noStrike">
              <a:solidFill>
                <a:srgbClr val="000000"/>
              </a:solidFill>
              <a:latin typeface="Arial"/>
              <a:ea typeface="Arial"/>
              <a:cs typeface="Arial"/>
              <a:sym typeface="Arial"/>
            </a:endParaRPr>
          </a:p>
        </p:txBody>
      </p:sp>
      <p:sp>
        <p:nvSpPr>
          <p:cNvPr id="993" name="Google Shape;993;g1b28a4da422_2_194"/>
          <p:cNvSpPr txBox="1"/>
          <p:nvPr/>
        </p:nvSpPr>
        <p:spPr>
          <a:xfrm>
            <a:off x="2407628" y="3184090"/>
            <a:ext cx="32733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Σ</a:t>
            </a:r>
            <a:endParaRPr b="0" i="0" sz="1400" u="none" cap="none" strike="noStrike">
              <a:solidFill>
                <a:srgbClr val="000000"/>
              </a:solidFill>
              <a:latin typeface="Arial"/>
              <a:ea typeface="Arial"/>
              <a:cs typeface="Arial"/>
              <a:sym typeface="Arial"/>
            </a:endParaRPr>
          </a:p>
        </p:txBody>
      </p:sp>
      <p:sp>
        <p:nvSpPr>
          <p:cNvPr id="994" name="Google Shape;994;g1b28a4da422_2_194"/>
          <p:cNvSpPr/>
          <p:nvPr/>
        </p:nvSpPr>
        <p:spPr>
          <a:xfrm>
            <a:off x="5964197" y="2962819"/>
            <a:ext cx="1281711" cy="787652"/>
          </a:xfrm>
          <a:prstGeom prst="roundRect">
            <a:avLst>
              <a:gd fmla="val 16667" name="adj"/>
            </a:avLst>
          </a:prstGeom>
          <a:gradFill>
            <a:gsLst>
              <a:gs pos="0">
                <a:srgbClr val="2DAEFF"/>
              </a:gs>
              <a:gs pos="100000">
                <a:srgbClr val="7ED9FF"/>
              </a:gs>
            </a:gsLst>
            <a:lin ang="16200000" scaled="0"/>
          </a:gradFill>
          <a:ln cap="flat" cmpd="sng" w="9525">
            <a:solidFill>
              <a:srgbClr val="40A5E4"/>
            </a:solidFill>
            <a:prstDash val="solid"/>
            <a:round/>
            <a:headEnd len="sm" w="sm" type="none"/>
            <a:tailEnd len="sm" w="sm" type="none"/>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MOTOR</a:t>
            </a:r>
            <a:endParaRPr b="0" i="0" sz="1400" u="none" cap="none" strike="noStrike">
              <a:solidFill>
                <a:schemeClr val="lt1"/>
              </a:solidFill>
              <a:latin typeface="Arial"/>
              <a:ea typeface="Arial"/>
              <a:cs typeface="Arial"/>
              <a:sym typeface="Arial"/>
            </a:endParaRPr>
          </a:p>
        </p:txBody>
      </p:sp>
      <p:cxnSp>
        <p:nvCxnSpPr>
          <p:cNvPr id="995" name="Google Shape;995;g1b28a4da422_2_194"/>
          <p:cNvCxnSpPr/>
          <p:nvPr/>
        </p:nvCxnSpPr>
        <p:spPr>
          <a:xfrm>
            <a:off x="7245908" y="3356645"/>
            <a:ext cx="814812" cy="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6470"/>
              </a:srgbClr>
            </a:outerShdw>
          </a:effectLst>
        </p:spPr>
      </p:cxnSp>
      <p:cxnSp>
        <p:nvCxnSpPr>
          <p:cNvPr id="996" name="Google Shape;996;g1b28a4da422_2_194"/>
          <p:cNvCxnSpPr/>
          <p:nvPr/>
        </p:nvCxnSpPr>
        <p:spPr>
          <a:xfrm>
            <a:off x="7557586" y="3361553"/>
            <a:ext cx="0" cy="1395145"/>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6470"/>
              </a:srgbClr>
            </a:outerShdw>
          </a:effectLst>
        </p:spPr>
      </p:cxnSp>
      <p:cxnSp>
        <p:nvCxnSpPr>
          <p:cNvPr id="997" name="Google Shape;997;g1b28a4da422_2_194"/>
          <p:cNvCxnSpPr/>
          <p:nvPr/>
        </p:nvCxnSpPr>
        <p:spPr>
          <a:xfrm flipH="1">
            <a:off x="2571131" y="4746317"/>
            <a:ext cx="4986455" cy="10381"/>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6470"/>
              </a:srgbClr>
            </a:outerShdw>
          </a:effectLst>
        </p:spPr>
      </p:cxnSp>
      <p:sp>
        <p:nvSpPr>
          <p:cNvPr id="998" name="Google Shape;998;g1b28a4da422_2_194"/>
          <p:cNvSpPr/>
          <p:nvPr/>
        </p:nvSpPr>
        <p:spPr>
          <a:xfrm>
            <a:off x="3728728" y="3612031"/>
            <a:ext cx="1281711" cy="340067"/>
          </a:xfrm>
          <a:prstGeom prst="roundRect">
            <a:avLst>
              <a:gd fmla="val 16667" name="adj"/>
            </a:avLst>
          </a:prstGeom>
          <a:gradFill>
            <a:gsLst>
              <a:gs pos="0">
                <a:srgbClr val="2DAEFF"/>
              </a:gs>
              <a:gs pos="100000">
                <a:srgbClr val="7ED9FF"/>
              </a:gs>
            </a:gsLst>
            <a:lin ang="16200000" scaled="0"/>
          </a:gradFill>
          <a:ln cap="flat" cmpd="sng" w="9525">
            <a:solidFill>
              <a:srgbClr val="40A5E4"/>
            </a:solidFill>
            <a:prstDash val="solid"/>
            <a:round/>
            <a:headEnd len="sm" w="sm" type="none"/>
            <a:tailEnd len="sm" w="sm" type="none"/>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Arial"/>
                <a:ea typeface="Arial"/>
                <a:cs typeface="Arial"/>
                <a:sym typeface="Arial"/>
              </a:rPr>
              <a:t>Derivative</a:t>
            </a:r>
            <a:endParaRPr b="0" i="0" sz="1400" u="none" cap="none" strike="noStrike">
              <a:solidFill>
                <a:srgbClr val="FF0000"/>
              </a:solidFill>
              <a:latin typeface="Arial"/>
              <a:ea typeface="Arial"/>
              <a:cs typeface="Arial"/>
              <a:sym typeface="Arial"/>
            </a:endParaRPr>
          </a:p>
        </p:txBody>
      </p:sp>
      <p:sp>
        <p:nvSpPr>
          <p:cNvPr id="999" name="Google Shape;999;g1b28a4da422_2_194"/>
          <p:cNvSpPr/>
          <p:nvPr/>
        </p:nvSpPr>
        <p:spPr>
          <a:xfrm>
            <a:off x="3728729" y="3220345"/>
            <a:ext cx="1281711" cy="340067"/>
          </a:xfrm>
          <a:prstGeom prst="roundRect">
            <a:avLst>
              <a:gd fmla="val 16667" name="adj"/>
            </a:avLst>
          </a:prstGeom>
          <a:gradFill>
            <a:gsLst>
              <a:gs pos="0">
                <a:srgbClr val="2DAEFF"/>
              </a:gs>
              <a:gs pos="100000">
                <a:srgbClr val="7ED9FF"/>
              </a:gs>
            </a:gsLst>
            <a:lin ang="16200000" scaled="0"/>
          </a:gradFill>
          <a:ln cap="flat" cmpd="sng" w="9525">
            <a:solidFill>
              <a:srgbClr val="40A5E4"/>
            </a:solidFill>
            <a:prstDash val="solid"/>
            <a:round/>
            <a:headEnd len="sm" w="sm" type="none"/>
            <a:tailEnd len="sm" w="sm" type="none"/>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Arial"/>
                <a:ea typeface="Arial"/>
                <a:cs typeface="Arial"/>
                <a:sym typeface="Arial"/>
              </a:rPr>
              <a:t>Integral</a:t>
            </a:r>
            <a:endParaRPr b="0" i="0" sz="1400" u="none" cap="none" strike="noStrike">
              <a:solidFill>
                <a:srgbClr val="FF0000"/>
              </a:solidFill>
              <a:latin typeface="Arial"/>
              <a:ea typeface="Arial"/>
              <a:cs typeface="Arial"/>
              <a:sym typeface="Arial"/>
            </a:endParaRPr>
          </a:p>
        </p:txBody>
      </p:sp>
      <p:sp>
        <p:nvSpPr>
          <p:cNvPr id="1000" name="Google Shape;1000;g1b28a4da422_2_194"/>
          <p:cNvSpPr/>
          <p:nvPr/>
        </p:nvSpPr>
        <p:spPr>
          <a:xfrm>
            <a:off x="3731521" y="2819043"/>
            <a:ext cx="1281711" cy="340067"/>
          </a:xfrm>
          <a:prstGeom prst="roundRect">
            <a:avLst>
              <a:gd fmla="val 16667" name="adj"/>
            </a:avLst>
          </a:prstGeom>
          <a:gradFill>
            <a:gsLst>
              <a:gs pos="0">
                <a:srgbClr val="2DAEFF"/>
              </a:gs>
              <a:gs pos="100000">
                <a:srgbClr val="7ED9FF"/>
              </a:gs>
            </a:gsLst>
            <a:lin ang="16200000" scaled="0"/>
          </a:gradFill>
          <a:ln cap="flat" cmpd="sng" w="9525">
            <a:solidFill>
              <a:srgbClr val="40A5E4"/>
            </a:solidFill>
            <a:prstDash val="solid"/>
            <a:round/>
            <a:headEnd len="sm" w="sm" type="none"/>
            <a:tailEnd len="sm" w="sm" type="none"/>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Arial"/>
                <a:ea typeface="Arial"/>
                <a:cs typeface="Arial"/>
                <a:sym typeface="Arial"/>
              </a:rPr>
              <a:t>Proportional</a:t>
            </a:r>
            <a:endParaRPr b="0" i="0" sz="1400" u="none" cap="none" strike="noStrike">
              <a:solidFill>
                <a:srgbClr val="FF0000"/>
              </a:solidFill>
              <a:latin typeface="Arial"/>
              <a:ea typeface="Arial"/>
              <a:cs typeface="Arial"/>
              <a:sym typeface="Arial"/>
            </a:endParaRPr>
          </a:p>
        </p:txBody>
      </p:sp>
      <p:sp>
        <p:nvSpPr>
          <p:cNvPr id="1001" name="Google Shape;1001;g1b28a4da422_2_194"/>
          <p:cNvSpPr txBox="1"/>
          <p:nvPr/>
        </p:nvSpPr>
        <p:spPr>
          <a:xfrm>
            <a:off x="5415573" y="2996961"/>
            <a:ext cx="3129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u</a:t>
            </a:r>
            <a:endParaRPr b="0" i="0" sz="1400" u="none" cap="none" strike="noStrike">
              <a:solidFill>
                <a:srgbClr val="000000"/>
              </a:solidFill>
              <a:latin typeface="Arial"/>
              <a:ea typeface="Arial"/>
              <a:cs typeface="Arial"/>
              <a:sym typeface="Arial"/>
            </a:endParaRPr>
          </a:p>
        </p:txBody>
      </p:sp>
      <p:sp>
        <p:nvSpPr>
          <p:cNvPr id="1002" name="Google Shape;1002;g1b28a4da422_2_194"/>
          <p:cNvSpPr/>
          <p:nvPr/>
        </p:nvSpPr>
        <p:spPr>
          <a:xfrm>
            <a:off x="3741866" y="4279765"/>
            <a:ext cx="1281711" cy="787652"/>
          </a:xfrm>
          <a:prstGeom prst="roundRect">
            <a:avLst>
              <a:gd fmla="val 16667" name="adj"/>
            </a:avLst>
          </a:prstGeom>
          <a:gradFill>
            <a:gsLst>
              <a:gs pos="0">
                <a:srgbClr val="2DAEFF"/>
              </a:gs>
              <a:gs pos="100000">
                <a:srgbClr val="7ED9FF"/>
              </a:gs>
            </a:gsLst>
            <a:lin ang="16200000" scaled="0"/>
          </a:gradFill>
          <a:ln cap="flat" cmpd="sng" w="9525">
            <a:solidFill>
              <a:srgbClr val="40A5E4"/>
            </a:solidFill>
            <a:prstDash val="solid"/>
            <a:round/>
            <a:headEnd len="sm" w="sm" type="none"/>
            <a:tailEnd len="sm" w="sm" type="none"/>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MPU</a:t>
            </a:r>
            <a:endParaRPr b="0" i="0" sz="1400" u="none" cap="none" strike="noStrike">
              <a:solidFill>
                <a:schemeClr val="lt1"/>
              </a:solidFill>
              <a:latin typeface="Arial"/>
              <a:ea typeface="Arial"/>
              <a:cs typeface="Arial"/>
              <a:sym typeface="Arial"/>
            </a:endParaRPr>
          </a:p>
        </p:txBody>
      </p:sp>
      <p:sp>
        <p:nvSpPr>
          <p:cNvPr id="1003" name="Google Shape;1003;g1b28a4da422_2_194"/>
          <p:cNvSpPr txBox="1"/>
          <p:nvPr/>
        </p:nvSpPr>
        <p:spPr>
          <a:xfrm>
            <a:off x="7653314" y="2962819"/>
            <a:ext cx="657402"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Output</a:t>
            </a:r>
            <a:endParaRPr b="0" i="0" sz="1200" u="none" cap="none" strike="noStrike">
              <a:solidFill>
                <a:srgbClr val="000000"/>
              </a:solidFill>
              <a:latin typeface="Arial"/>
              <a:ea typeface="Arial"/>
              <a:cs typeface="Arial"/>
              <a:sym typeface="Arial"/>
            </a:endParaRPr>
          </a:p>
        </p:txBody>
      </p:sp>
      <p:cxnSp>
        <p:nvCxnSpPr>
          <p:cNvPr id="1004" name="Google Shape;1004;g1b28a4da422_2_194"/>
          <p:cNvCxnSpPr/>
          <p:nvPr/>
        </p:nvCxnSpPr>
        <p:spPr>
          <a:xfrm>
            <a:off x="2571131" y="4299314"/>
            <a:ext cx="0" cy="447003"/>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6470"/>
              </a:srgbClr>
            </a:outerShdw>
          </a:effectLst>
        </p:spPr>
      </p:cxnSp>
      <p:pic>
        <p:nvPicPr>
          <p:cNvPr id="1005" name="Google Shape;1005;g1b28a4da422_2_194"/>
          <p:cNvPicPr preferRelativeResize="0"/>
          <p:nvPr/>
        </p:nvPicPr>
        <p:blipFill rotWithShape="1">
          <a:blip r:embed="rId3">
            <a:alphaModFix/>
          </a:blip>
          <a:srcRect b="0" l="0" r="0" t="0"/>
          <a:stretch/>
        </p:blipFill>
        <p:spPr>
          <a:xfrm>
            <a:off x="2247275" y="2113650"/>
            <a:ext cx="4649476" cy="572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0"/>
                                        </p:tgtEl>
                                        <p:attrNameLst>
                                          <p:attrName>style.visibility</p:attrName>
                                        </p:attrNameLst>
                                      </p:cBhvr>
                                      <p:to>
                                        <p:strVal val="visible"/>
                                      </p:to>
                                    </p:set>
                                    <p:animEffect filter="fade" transition="in">
                                      <p:cBhvr>
                                        <p:cTn dur="500"/>
                                        <p:tgtEl>
                                          <p:spTgt spid="9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1"/>
                                        </p:tgtEl>
                                        <p:attrNameLst>
                                          <p:attrName>style.visibility</p:attrName>
                                        </p:attrNameLst>
                                      </p:cBhvr>
                                      <p:to>
                                        <p:strVal val="visible"/>
                                      </p:to>
                                    </p:set>
                                    <p:animEffect filter="fade" transition="in">
                                      <p:cBhvr>
                                        <p:cTn dur="1000"/>
                                        <p:tgtEl>
                                          <p:spTgt spid="981"/>
                                        </p:tgtEl>
                                      </p:cBhvr>
                                    </p:animEffect>
                                  </p:childTnLst>
                                </p:cTn>
                              </p:par>
                              <p:par>
                                <p:cTn fill="hold" nodeType="withEffect" presetClass="entr" presetID="10" presetSubtype="0">
                                  <p:stCondLst>
                                    <p:cond delay="0"/>
                                  </p:stCondLst>
                                  <p:childTnLst>
                                    <p:set>
                                      <p:cBhvr>
                                        <p:cTn dur="1" fill="hold">
                                          <p:stCondLst>
                                            <p:cond delay="0"/>
                                          </p:stCondLst>
                                        </p:cTn>
                                        <p:tgtEl>
                                          <p:spTgt spid="988"/>
                                        </p:tgtEl>
                                        <p:attrNameLst>
                                          <p:attrName>style.visibility</p:attrName>
                                        </p:attrNameLst>
                                      </p:cBhvr>
                                      <p:to>
                                        <p:strVal val="visible"/>
                                      </p:to>
                                    </p:set>
                                    <p:animEffect filter="fade" transition="in">
                                      <p:cBhvr>
                                        <p:cTn dur="1000"/>
                                        <p:tgtEl>
                                          <p:spTgt spid="988"/>
                                        </p:tgtEl>
                                      </p:cBhvr>
                                    </p:animEffect>
                                  </p:childTnLst>
                                </p:cTn>
                              </p:par>
                              <p:par>
                                <p:cTn fill="hold" nodeType="withEffect" presetClass="entr" presetID="10" presetSubtype="0">
                                  <p:stCondLst>
                                    <p:cond delay="0"/>
                                  </p:stCondLst>
                                  <p:childTnLst>
                                    <p:set>
                                      <p:cBhvr>
                                        <p:cTn dur="1" fill="hold">
                                          <p:stCondLst>
                                            <p:cond delay="0"/>
                                          </p:stCondLst>
                                        </p:cTn>
                                        <p:tgtEl>
                                          <p:spTgt spid="989"/>
                                        </p:tgtEl>
                                        <p:attrNameLst>
                                          <p:attrName>style.visibility</p:attrName>
                                        </p:attrNameLst>
                                      </p:cBhvr>
                                      <p:to>
                                        <p:strVal val="visible"/>
                                      </p:to>
                                    </p:set>
                                    <p:animEffect filter="fade" transition="in">
                                      <p:cBhvr>
                                        <p:cTn dur="1000"/>
                                        <p:tgtEl>
                                          <p:spTgt spid="989"/>
                                        </p:tgtEl>
                                      </p:cBhvr>
                                    </p:animEffect>
                                  </p:childTnLst>
                                </p:cTn>
                              </p:par>
                              <p:par>
                                <p:cTn fill="hold" nodeType="withEffect" presetClass="entr" presetID="10" presetSubtype="0">
                                  <p:stCondLst>
                                    <p:cond delay="0"/>
                                  </p:stCondLst>
                                  <p:childTnLst>
                                    <p:set>
                                      <p:cBhvr>
                                        <p:cTn dur="1" fill="hold">
                                          <p:stCondLst>
                                            <p:cond delay="0"/>
                                          </p:stCondLst>
                                        </p:cTn>
                                        <p:tgtEl>
                                          <p:spTgt spid="990"/>
                                        </p:tgtEl>
                                        <p:attrNameLst>
                                          <p:attrName>style.visibility</p:attrName>
                                        </p:attrNameLst>
                                      </p:cBhvr>
                                      <p:to>
                                        <p:strVal val="visible"/>
                                      </p:to>
                                    </p:set>
                                    <p:animEffect filter="fade" transition="in">
                                      <p:cBhvr>
                                        <p:cTn dur="1000"/>
                                        <p:tgtEl>
                                          <p:spTgt spid="990"/>
                                        </p:tgtEl>
                                      </p:cBhvr>
                                    </p:animEffect>
                                  </p:childTnLst>
                                </p:cTn>
                              </p:par>
                              <p:par>
                                <p:cTn fill="hold" nodeType="withEffect" presetClass="entr" presetID="10" presetSubtype="0">
                                  <p:stCondLst>
                                    <p:cond delay="0"/>
                                  </p:stCondLst>
                                  <p:childTnLst>
                                    <p:set>
                                      <p:cBhvr>
                                        <p:cTn dur="1" fill="hold">
                                          <p:stCondLst>
                                            <p:cond delay="0"/>
                                          </p:stCondLst>
                                        </p:cTn>
                                        <p:tgtEl>
                                          <p:spTgt spid="991"/>
                                        </p:tgtEl>
                                        <p:attrNameLst>
                                          <p:attrName>style.visibility</p:attrName>
                                        </p:attrNameLst>
                                      </p:cBhvr>
                                      <p:to>
                                        <p:strVal val="visible"/>
                                      </p:to>
                                    </p:set>
                                    <p:animEffect filter="fade" transition="in">
                                      <p:cBhvr>
                                        <p:cTn dur="1000"/>
                                        <p:tgtEl>
                                          <p:spTgt spid="991"/>
                                        </p:tgtEl>
                                      </p:cBhvr>
                                    </p:animEffect>
                                  </p:childTnLst>
                                </p:cTn>
                              </p:par>
                              <p:par>
                                <p:cTn fill="hold" nodeType="withEffect" presetClass="entr" presetID="10" presetSubtype="0">
                                  <p:stCondLst>
                                    <p:cond delay="0"/>
                                  </p:stCondLst>
                                  <p:childTnLst>
                                    <p:set>
                                      <p:cBhvr>
                                        <p:cTn dur="1" fill="hold">
                                          <p:stCondLst>
                                            <p:cond delay="0"/>
                                          </p:stCondLst>
                                        </p:cTn>
                                        <p:tgtEl>
                                          <p:spTgt spid="992"/>
                                        </p:tgtEl>
                                        <p:attrNameLst>
                                          <p:attrName>style.visibility</p:attrName>
                                        </p:attrNameLst>
                                      </p:cBhvr>
                                      <p:to>
                                        <p:strVal val="visible"/>
                                      </p:to>
                                    </p:set>
                                    <p:animEffect filter="fade" transition="in">
                                      <p:cBhvr>
                                        <p:cTn dur="1000"/>
                                        <p:tgtEl>
                                          <p:spTgt spid="992"/>
                                        </p:tgtEl>
                                      </p:cBhvr>
                                    </p:animEffect>
                                  </p:childTnLst>
                                </p:cTn>
                              </p:par>
                              <p:par>
                                <p:cTn fill="hold" nodeType="withEffect" presetClass="entr" presetID="10" presetSubtype="0">
                                  <p:stCondLst>
                                    <p:cond delay="0"/>
                                  </p:stCondLst>
                                  <p:childTnLst>
                                    <p:set>
                                      <p:cBhvr>
                                        <p:cTn dur="1" fill="hold">
                                          <p:stCondLst>
                                            <p:cond delay="0"/>
                                          </p:stCondLst>
                                        </p:cTn>
                                        <p:tgtEl>
                                          <p:spTgt spid="993"/>
                                        </p:tgtEl>
                                        <p:attrNameLst>
                                          <p:attrName>style.visibility</p:attrName>
                                        </p:attrNameLst>
                                      </p:cBhvr>
                                      <p:to>
                                        <p:strVal val="visible"/>
                                      </p:to>
                                    </p:set>
                                    <p:animEffect filter="fade" transition="in">
                                      <p:cBhvr>
                                        <p:cTn dur="1000"/>
                                        <p:tgtEl>
                                          <p:spTgt spid="993"/>
                                        </p:tgtEl>
                                      </p:cBhvr>
                                    </p:animEffect>
                                  </p:childTnLst>
                                </p:cTn>
                              </p:par>
                              <p:par>
                                <p:cTn fill="hold" nodeType="withEffect" presetClass="entr" presetID="10" presetSubtype="0">
                                  <p:stCondLst>
                                    <p:cond delay="0"/>
                                  </p:stCondLst>
                                  <p:childTnLst>
                                    <p:set>
                                      <p:cBhvr>
                                        <p:cTn dur="1" fill="hold">
                                          <p:stCondLst>
                                            <p:cond delay="0"/>
                                          </p:stCondLst>
                                        </p:cTn>
                                        <p:tgtEl>
                                          <p:spTgt spid="994"/>
                                        </p:tgtEl>
                                        <p:attrNameLst>
                                          <p:attrName>style.visibility</p:attrName>
                                        </p:attrNameLst>
                                      </p:cBhvr>
                                      <p:to>
                                        <p:strVal val="visible"/>
                                      </p:to>
                                    </p:set>
                                    <p:animEffect filter="fade" transition="in">
                                      <p:cBhvr>
                                        <p:cTn dur="1000"/>
                                        <p:tgtEl>
                                          <p:spTgt spid="994"/>
                                        </p:tgtEl>
                                      </p:cBhvr>
                                    </p:animEffect>
                                  </p:childTnLst>
                                </p:cTn>
                              </p:par>
                              <p:par>
                                <p:cTn fill="hold" nodeType="withEffect" presetClass="entr" presetID="10" presetSubtype="0">
                                  <p:stCondLst>
                                    <p:cond delay="0"/>
                                  </p:stCondLst>
                                  <p:childTnLst>
                                    <p:set>
                                      <p:cBhvr>
                                        <p:cTn dur="1" fill="hold">
                                          <p:stCondLst>
                                            <p:cond delay="0"/>
                                          </p:stCondLst>
                                        </p:cTn>
                                        <p:tgtEl>
                                          <p:spTgt spid="995"/>
                                        </p:tgtEl>
                                        <p:attrNameLst>
                                          <p:attrName>style.visibility</p:attrName>
                                        </p:attrNameLst>
                                      </p:cBhvr>
                                      <p:to>
                                        <p:strVal val="visible"/>
                                      </p:to>
                                    </p:set>
                                    <p:animEffect filter="fade" transition="in">
                                      <p:cBhvr>
                                        <p:cTn dur="1000"/>
                                        <p:tgtEl>
                                          <p:spTgt spid="995"/>
                                        </p:tgtEl>
                                      </p:cBhvr>
                                    </p:animEffect>
                                  </p:childTnLst>
                                </p:cTn>
                              </p:par>
                              <p:par>
                                <p:cTn fill="hold" nodeType="withEffect" presetClass="entr" presetID="10" presetSubtype="0">
                                  <p:stCondLst>
                                    <p:cond delay="0"/>
                                  </p:stCondLst>
                                  <p:childTnLst>
                                    <p:set>
                                      <p:cBhvr>
                                        <p:cTn dur="1" fill="hold">
                                          <p:stCondLst>
                                            <p:cond delay="0"/>
                                          </p:stCondLst>
                                        </p:cTn>
                                        <p:tgtEl>
                                          <p:spTgt spid="996"/>
                                        </p:tgtEl>
                                        <p:attrNameLst>
                                          <p:attrName>style.visibility</p:attrName>
                                        </p:attrNameLst>
                                      </p:cBhvr>
                                      <p:to>
                                        <p:strVal val="visible"/>
                                      </p:to>
                                    </p:set>
                                    <p:animEffect filter="fade" transition="in">
                                      <p:cBhvr>
                                        <p:cTn dur="1000"/>
                                        <p:tgtEl>
                                          <p:spTgt spid="996"/>
                                        </p:tgtEl>
                                      </p:cBhvr>
                                    </p:animEffect>
                                  </p:childTnLst>
                                </p:cTn>
                              </p:par>
                              <p:par>
                                <p:cTn fill="hold" nodeType="withEffect" presetClass="entr" presetID="10" presetSubtype="0">
                                  <p:stCondLst>
                                    <p:cond delay="0"/>
                                  </p:stCondLst>
                                  <p:childTnLst>
                                    <p:set>
                                      <p:cBhvr>
                                        <p:cTn dur="1" fill="hold">
                                          <p:stCondLst>
                                            <p:cond delay="0"/>
                                          </p:stCondLst>
                                        </p:cTn>
                                        <p:tgtEl>
                                          <p:spTgt spid="997"/>
                                        </p:tgtEl>
                                        <p:attrNameLst>
                                          <p:attrName>style.visibility</p:attrName>
                                        </p:attrNameLst>
                                      </p:cBhvr>
                                      <p:to>
                                        <p:strVal val="visible"/>
                                      </p:to>
                                    </p:set>
                                    <p:animEffect filter="fade" transition="in">
                                      <p:cBhvr>
                                        <p:cTn dur="1000"/>
                                        <p:tgtEl>
                                          <p:spTgt spid="997"/>
                                        </p:tgtEl>
                                      </p:cBhvr>
                                    </p:animEffect>
                                  </p:childTnLst>
                                </p:cTn>
                              </p:par>
                              <p:par>
                                <p:cTn fill="hold" nodeType="withEffect" presetClass="entr" presetID="10" presetSubtype="0">
                                  <p:stCondLst>
                                    <p:cond delay="0"/>
                                  </p:stCondLst>
                                  <p:childTnLst>
                                    <p:set>
                                      <p:cBhvr>
                                        <p:cTn dur="1" fill="hold">
                                          <p:stCondLst>
                                            <p:cond delay="0"/>
                                          </p:stCondLst>
                                        </p:cTn>
                                        <p:tgtEl>
                                          <p:spTgt spid="998"/>
                                        </p:tgtEl>
                                        <p:attrNameLst>
                                          <p:attrName>style.visibility</p:attrName>
                                        </p:attrNameLst>
                                      </p:cBhvr>
                                      <p:to>
                                        <p:strVal val="visible"/>
                                      </p:to>
                                    </p:set>
                                    <p:animEffect filter="fade" transition="in">
                                      <p:cBhvr>
                                        <p:cTn dur="1000"/>
                                        <p:tgtEl>
                                          <p:spTgt spid="998"/>
                                        </p:tgtEl>
                                      </p:cBhvr>
                                    </p:animEffect>
                                  </p:childTnLst>
                                </p:cTn>
                              </p:par>
                              <p:par>
                                <p:cTn fill="hold" nodeType="withEffect" presetClass="entr" presetID="10" presetSubtype="0">
                                  <p:stCondLst>
                                    <p:cond delay="0"/>
                                  </p:stCondLst>
                                  <p:childTnLst>
                                    <p:set>
                                      <p:cBhvr>
                                        <p:cTn dur="1" fill="hold">
                                          <p:stCondLst>
                                            <p:cond delay="0"/>
                                          </p:stCondLst>
                                        </p:cTn>
                                        <p:tgtEl>
                                          <p:spTgt spid="999"/>
                                        </p:tgtEl>
                                        <p:attrNameLst>
                                          <p:attrName>style.visibility</p:attrName>
                                        </p:attrNameLst>
                                      </p:cBhvr>
                                      <p:to>
                                        <p:strVal val="visible"/>
                                      </p:to>
                                    </p:set>
                                    <p:animEffect filter="fade" transition="in">
                                      <p:cBhvr>
                                        <p:cTn dur="1000"/>
                                        <p:tgtEl>
                                          <p:spTgt spid="999"/>
                                        </p:tgtEl>
                                      </p:cBhvr>
                                    </p:animEffect>
                                  </p:childTnLst>
                                </p:cTn>
                              </p:par>
                              <p:par>
                                <p:cTn fill="hold" nodeType="withEffect" presetClass="entr" presetID="10" presetSubtype="0">
                                  <p:stCondLst>
                                    <p:cond delay="0"/>
                                  </p:stCondLst>
                                  <p:childTnLst>
                                    <p:set>
                                      <p:cBhvr>
                                        <p:cTn dur="1" fill="hold">
                                          <p:stCondLst>
                                            <p:cond delay="0"/>
                                          </p:stCondLst>
                                        </p:cTn>
                                        <p:tgtEl>
                                          <p:spTgt spid="1000"/>
                                        </p:tgtEl>
                                        <p:attrNameLst>
                                          <p:attrName>style.visibility</p:attrName>
                                        </p:attrNameLst>
                                      </p:cBhvr>
                                      <p:to>
                                        <p:strVal val="visible"/>
                                      </p:to>
                                    </p:set>
                                    <p:animEffect filter="fade" transition="in">
                                      <p:cBhvr>
                                        <p:cTn dur="1000"/>
                                        <p:tgtEl>
                                          <p:spTgt spid="1000"/>
                                        </p:tgtEl>
                                      </p:cBhvr>
                                    </p:animEffect>
                                  </p:childTnLst>
                                </p:cTn>
                              </p:par>
                              <p:par>
                                <p:cTn fill="hold" nodeType="withEffect" presetClass="entr" presetID="10" presetSubtype="0">
                                  <p:stCondLst>
                                    <p:cond delay="0"/>
                                  </p:stCondLst>
                                  <p:childTnLst>
                                    <p:set>
                                      <p:cBhvr>
                                        <p:cTn dur="1" fill="hold">
                                          <p:stCondLst>
                                            <p:cond delay="0"/>
                                          </p:stCondLst>
                                        </p:cTn>
                                        <p:tgtEl>
                                          <p:spTgt spid="1001"/>
                                        </p:tgtEl>
                                        <p:attrNameLst>
                                          <p:attrName>style.visibility</p:attrName>
                                        </p:attrNameLst>
                                      </p:cBhvr>
                                      <p:to>
                                        <p:strVal val="visible"/>
                                      </p:to>
                                    </p:set>
                                    <p:animEffect filter="fade" transition="in">
                                      <p:cBhvr>
                                        <p:cTn dur="1000"/>
                                        <p:tgtEl>
                                          <p:spTgt spid="1001"/>
                                        </p:tgtEl>
                                      </p:cBhvr>
                                    </p:animEffect>
                                  </p:childTnLst>
                                </p:cTn>
                              </p:par>
                              <p:par>
                                <p:cTn fill="hold" nodeType="withEffect" presetClass="entr" presetID="10" presetSubtype="0">
                                  <p:stCondLst>
                                    <p:cond delay="0"/>
                                  </p:stCondLst>
                                  <p:childTnLst>
                                    <p:set>
                                      <p:cBhvr>
                                        <p:cTn dur="1" fill="hold">
                                          <p:stCondLst>
                                            <p:cond delay="0"/>
                                          </p:stCondLst>
                                        </p:cTn>
                                        <p:tgtEl>
                                          <p:spTgt spid="1002"/>
                                        </p:tgtEl>
                                        <p:attrNameLst>
                                          <p:attrName>style.visibility</p:attrName>
                                        </p:attrNameLst>
                                      </p:cBhvr>
                                      <p:to>
                                        <p:strVal val="visible"/>
                                      </p:to>
                                    </p:set>
                                    <p:animEffect filter="fade" transition="in">
                                      <p:cBhvr>
                                        <p:cTn dur="1000"/>
                                        <p:tgtEl>
                                          <p:spTgt spid="1002"/>
                                        </p:tgtEl>
                                      </p:cBhvr>
                                    </p:animEffect>
                                  </p:childTnLst>
                                </p:cTn>
                              </p:par>
                              <p:par>
                                <p:cTn fill="hold" nodeType="withEffect" presetClass="entr" presetID="10" presetSubtype="0">
                                  <p:stCondLst>
                                    <p:cond delay="0"/>
                                  </p:stCondLst>
                                  <p:childTnLst>
                                    <p:set>
                                      <p:cBhvr>
                                        <p:cTn dur="1" fill="hold">
                                          <p:stCondLst>
                                            <p:cond delay="0"/>
                                          </p:stCondLst>
                                        </p:cTn>
                                        <p:tgtEl>
                                          <p:spTgt spid="1003"/>
                                        </p:tgtEl>
                                        <p:attrNameLst>
                                          <p:attrName>style.visibility</p:attrName>
                                        </p:attrNameLst>
                                      </p:cBhvr>
                                      <p:to>
                                        <p:strVal val="visible"/>
                                      </p:to>
                                    </p:set>
                                    <p:animEffect filter="fade" transition="in">
                                      <p:cBhvr>
                                        <p:cTn dur="1000"/>
                                        <p:tgtEl>
                                          <p:spTgt spid="1003"/>
                                        </p:tgtEl>
                                      </p:cBhvr>
                                    </p:animEffect>
                                  </p:childTnLst>
                                </p:cTn>
                              </p:par>
                              <p:par>
                                <p:cTn fill="hold" nodeType="withEffect" presetClass="entr" presetID="10" presetSubtype="0">
                                  <p:stCondLst>
                                    <p:cond delay="0"/>
                                  </p:stCondLst>
                                  <p:childTnLst>
                                    <p:set>
                                      <p:cBhvr>
                                        <p:cTn dur="1" fill="hold">
                                          <p:stCondLst>
                                            <p:cond delay="0"/>
                                          </p:stCondLst>
                                        </p:cTn>
                                        <p:tgtEl>
                                          <p:spTgt spid="1004"/>
                                        </p:tgtEl>
                                        <p:attrNameLst>
                                          <p:attrName>style.visibility</p:attrName>
                                        </p:attrNameLst>
                                      </p:cBhvr>
                                      <p:to>
                                        <p:strVal val="visible"/>
                                      </p:to>
                                    </p:set>
                                    <p:animEffect filter="fade" transition="in">
                                      <p:cBhvr>
                                        <p:cTn dur="1000"/>
                                        <p:tgtEl>
                                          <p:spTgt spid="10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5"/>
                                        </p:tgtEl>
                                        <p:attrNameLst>
                                          <p:attrName>style.visibility</p:attrName>
                                        </p:attrNameLst>
                                      </p:cBhvr>
                                      <p:to>
                                        <p:strVal val="visible"/>
                                      </p:to>
                                    </p:set>
                                    <p:animEffect filter="fade" transition="in">
                                      <p:cBhvr>
                                        <p:cTn dur="1000"/>
                                        <p:tgtEl>
                                          <p:spTgt spid="10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g1bbaa8f0957_2_471"/>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500"/>
              <a:buNone/>
            </a:pPr>
            <a:r>
              <a:rPr lang="en" sz="3000"/>
              <a:t>Software Architecture</a:t>
            </a:r>
            <a:endParaRPr sz="3000"/>
          </a:p>
        </p:txBody>
      </p:sp>
      <p:sp>
        <p:nvSpPr>
          <p:cNvPr id="1011" name="Google Shape;1011;g1bbaa8f0957_2_471"/>
          <p:cNvSpPr/>
          <p:nvPr/>
        </p:nvSpPr>
        <p:spPr>
          <a:xfrm>
            <a:off x="4680547" y="1369150"/>
            <a:ext cx="3096300" cy="2931388"/>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g1bbaa8f0957_2_471"/>
          <p:cNvSpPr/>
          <p:nvPr/>
        </p:nvSpPr>
        <p:spPr>
          <a:xfrm>
            <a:off x="597310" y="1369150"/>
            <a:ext cx="3866100" cy="2931388"/>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g1bbaa8f0957_2_471"/>
          <p:cNvSpPr txBox="1"/>
          <p:nvPr/>
        </p:nvSpPr>
        <p:spPr>
          <a:xfrm>
            <a:off x="1511710" y="1648575"/>
            <a:ext cx="20499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000000"/>
                </a:solidFill>
                <a:latin typeface="Comfortaa"/>
                <a:ea typeface="Comfortaa"/>
                <a:cs typeface="Comfortaa"/>
                <a:sym typeface="Comfortaa"/>
              </a:rPr>
              <a:t>Strengths</a:t>
            </a:r>
            <a:endParaRPr b="0" i="0" sz="2500" u="none" cap="none" strike="noStrike">
              <a:solidFill>
                <a:srgbClr val="000000"/>
              </a:solidFill>
              <a:latin typeface="Comfortaa"/>
              <a:ea typeface="Comfortaa"/>
              <a:cs typeface="Comfortaa"/>
              <a:sym typeface="Comfortaa"/>
            </a:endParaRPr>
          </a:p>
        </p:txBody>
      </p:sp>
      <p:sp>
        <p:nvSpPr>
          <p:cNvPr id="1014" name="Google Shape;1014;g1bbaa8f0957_2_471"/>
          <p:cNvSpPr txBox="1"/>
          <p:nvPr/>
        </p:nvSpPr>
        <p:spPr>
          <a:xfrm>
            <a:off x="5041150" y="1648575"/>
            <a:ext cx="23751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000000"/>
                </a:solidFill>
                <a:latin typeface="Comfortaa"/>
                <a:ea typeface="Comfortaa"/>
                <a:cs typeface="Comfortaa"/>
                <a:sym typeface="Comfortaa"/>
              </a:rPr>
              <a:t>Weaknesses</a:t>
            </a:r>
            <a:endParaRPr b="0" i="0" sz="2500" u="none" cap="none" strike="noStrike">
              <a:solidFill>
                <a:srgbClr val="000000"/>
              </a:solidFill>
              <a:latin typeface="Comfortaa"/>
              <a:ea typeface="Comfortaa"/>
              <a:cs typeface="Comfortaa"/>
              <a:sym typeface="Comfortaa"/>
            </a:endParaRPr>
          </a:p>
        </p:txBody>
      </p:sp>
      <p:sp>
        <p:nvSpPr>
          <p:cNvPr id="1015" name="Google Shape;1015;g1bbaa8f0957_2_471"/>
          <p:cNvSpPr txBox="1"/>
          <p:nvPr/>
        </p:nvSpPr>
        <p:spPr>
          <a:xfrm>
            <a:off x="597310" y="2238254"/>
            <a:ext cx="3974700" cy="18870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0"/>
              </a:spcBef>
              <a:spcAft>
                <a:spcPts val="0"/>
              </a:spcAft>
              <a:buClr>
                <a:schemeClr val="dk1"/>
              </a:buClr>
              <a:buSzPts val="1400"/>
              <a:buFont typeface="Anaheim"/>
              <a:buChar char="●"/>
            </a:pPr>
            <a:r>
              <a:rPr b="0" i="0" lang="en" sz="1400" u="none" cap="none" strike="noStrike">
                <a:solidFill>
                  <a:srgbClr val="091D31"/>
                </a:solidFill>
                <a:latin typeface="Arial"/>
                <a:ea typeface="Arial"/>
                <a:cs typeface="Arial"/>
                <a:sym typeface="Arial"/>
              </a:rPr>
              <a:t>Easy-to-change application.</a:t>
            </a:r>
            <a:endParaRPr b="0" i="0" sz="1400" u="none" cap="none" strike="noStrike">
              <a:solidFill>
                <a:srgbClr val="091D3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naheim"/>
              <a:buChar char="●"/>
            </a:pPr>
            <a:r>
              <a:rPr b="0" i="0" lang="en" sz="1400" u="none" cap="none" strike="noStrike">
                <a:solidFill>
                  <a:srgbClr val="091D31"/>
                </a:solidFill>
                <a:latin typeface="Arial"/>
                <a:ea typeface="Arial"/>
                <a:cs typeface="Arial"/>
                <a:sym typeface="Arial"/>
              </a:rPr>
              <a:t>Easy-to-reuse functions. </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naheim"/>
              <a:buChar char="●"/>
            </a:pPr>
            <a:r>
              <a:rPr b="0" i="0" lang="en" sz="1400" u="none" cap="none" strike="noStrike">
                <a:solidFill>
                  <a:schemeClr val="dk1"/>
                </a:solidFill>
                <a:latin typeface="Arial"/>
                <a:ea typeface="Arial"/>
                <a:cs typeface="Arial"/>
                <a:sym typeface="Arial"/>
              </a:rPr>
              <a:t>Proven and bug free common parts. </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naheim"/>
              <a:buChar char="●"/>
            </a:pPr>
            <a:r>
              <a:rPr b="0" i="0" lang="en" sz="1400" u="none" cap="none" strike="noStrike">
                <a:solidFill>
                  <a:schemeClr val="dk1"/>
                </a:solidFill>
                <a:latin typeface="Arial"/>
                <a:ea typeface="Arial"/>
                <a:cs typeface="Arial"/>
                <a:sym typeface="Arial"/>
              </a:rPr>
              <a:t>Easy-to-port to different hardware systems. </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naheim"/>
              <a:buChar char="●"/>
            </a:pPr>
            <a:r>
              <a:rPr b="0" i="0" lang="en" sz="1400" u="none" cap="none" strike="noStrike">
                <a:solidFill>
                  <a:schemeClr val="dk1"/>
                </a:solidFill>
                <a:latin typeface="Arial"/>
                <a:ea typeface="Arial"/>
                <a:cs typeface="Arial"/>
                <a:sym typeface="Arial"/>
              </a:rPr>
              <a:t>Easy-to-test as it has Hardware Abstraction. </a:t>
            </a:r>
            <a:endParaRPr b="0" i="0" sz="1400" u="none" cap="none" strike="noStrike">
              <a:solidFill>
                <a:srgbClr val="000000"/>
              </a:solidFill>
              <a:latin typeface="Arial"/>
              <a:ea typeface="Arial"/>
              <a:cs typeface="Arial"/>
              <a:sym typeface="Arial"/>
            </a:endParaRPr>
          </a:p>
        </p:txBody>
      </p:sp>
      <p:sp>
        <p:nvSpPr>
          <p:cNvPr id="1016" name="Google Shape;1016;g1bbaa8f0957_2_471"/>
          <p:cNvSpPr txBox="1"/>
          <p:nvPr/>
        </p:nvSpPr>
        <p:spPr>
          <a:xfrm>
            <a:off x="4775797" y="2238254"/>
            <a:ext cx="2905800" cy="1639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0"/>
              </a:spcBef>
              <a:spcAft>
                <a:spcPts val="0"/>
              </a:spcAft>
              <a:buClr>
                <a:schemeClr val="dk1"/>
              </a:buClr>
              <a:buSzPts val="1400"/>
              <a:buFont typeface="Anaheim"/>
              <a:buChar char="●"/>
            </a:pPr>
            <a:r>
              <a:rPr b="0" i="0" lang="en" sz="1400" u="none" cap="none" strike="noStrike">
                <a:solidFill>
                  <a:schemeClr val="dk1"/>
                </a:solidFill>
                <a:latin typeface="Arial"/>
                <a:ea typeface="Arial"/>
                <a:cs typeface="Arial"/>
                <a:sym typeface="Arial"/>
              </a:rPr>
              <a:t>Complexity of architecture</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naheim"/>
              <a:buChar char="●"/>
            </a:pPr>
            <a:r>
              <a:rPr b="0" i="0" lang="en" sz="1400" u="none" cap="none" strike="noStrike">
                <a:solidFill>
                  <a:schemeClr val="dk1"/>
                </a:solidFill>
                <a:latin typeface="Arial"/>
                <a:ea typeface="Arial"/>
                <a:cs typeface="Arial"/>
                <a:sym typeface="Arial"/>
              </a:rPr>
              <a:t>Need good information to be no error designed</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naheim"/>
              <a:buChar char="●"/>
            </a:pPr>
            <a:r>
              <a:rPr b="0" i="0" lang="en" sz="1400" u="none" cap="none" strike="noStrike">
                <a:solidFill>
                  <a:schemeClr val="dk1"/>
                </a:solidFill>
                <a:latin typeface="Arial"/>
                <a:ea typeface="Arial"/>
                <a:cs typeface="Arial"/>
                <a:sym typeface="Arial"/>
              </a:rPr>
              <a:t>Need more time to do it rather than normal code(no </a:t>
            </a:r>
            <a:r>
              <a:rPr b="0" i="0" lang="en" sz="1400" u="none" cap="none" strike="noStrike">
                <a:solidFill>
                  <a:srgbClr val="091D31"/>
                </a:solidFill>
                <a:latin typeface="Arial"/>
                <a:ea typeface="Arial"/>
                <a:cs typeface="Arial"/>
                <a:sym typeface="Arial"/>
              </a:rPr>
              <a:t>software architecture</a:t>
            </a: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g218f467fd32_7_0"/>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000"/>
              <a:t>Software Flow Chart</a:t>
            </a:r>
            <a:endParaRPr sz="3000"/>
          </a:p>
        </p:txBody>
      </p:sp>
      <p:pic>
        <p:nvPicPr>
          <p:cNvPr id="1022" name="Google Shape;1022;g218f467fd32_7_0"/>
          <p:cNvPicPr preferRelativeResize="0"/>
          <p:nvPr/>
        </p:nvPicPr>
        <p:blipFill>
          <a:blip r:embed="rId3">
            <a:alphaModFix/>
          </a:blip>
          <a:stretch>
            <a:fillRect/>
          </a:stretch>
        </p:blipFill>
        <p:spPr>
          <a:xfrm>
            <a:off x="0" y="1170125"/>
            <a:ext cx="9368926" cy="39733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218f467fd32_7_80"/>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000"/>
              <a:t>Software Flow Chart</a:t>
            </a:r>
            <a:endParaRPr sz="3000"/>
          </a:p>
        </p:txBody>
      </p:sp>
      <p:pic>
        <p:nvPicPr>
          <p:cNvPr id="1028" name="Google Shape;1028;g218f467fd32_7_80"/>
          <p:cNvPicPr preferRelativeResize="0"/>
          <p:nvPr/>
        </p:nvPicPr>
        <p:blipFill>
          <a:blip r:embed="rId3">
            <a:alphaModFix/>
          </a:blip>
          <a:stretch>
            <a:fillRect/>
          </a:stretch>
        </p:blipFill>
        <p:spPr>
          <a:xfrm>
            <a:off x="0" y="1170125"/>
            <a:ext cx="9379973" cy="397337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25904da8048_0_2"/>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lang="en" sz="3000"/>
              <a:t>Overall </a:t>
            </a:r>
            <a:r>
              <a:rPr lang="en" sz="3000"/>
              <a:t>Software Flow Chart</a:t>
            </a:r>
            <a:endParaRPr sz="3000"/>
          </a:p>
        </p:txBody>
      </p:sp>
      <p:pic>
        <p:nvPicPr>
          <p:cNvPr id="1034" name="Google Shape;1034;g25904da8048_0_2"/>
          <p:cNvPicPr preferRelativeResize="0"/>
          <p:nvPr/>
        </p:nvPicPr>
        <p:blipFill>
          <a:blip r:embed="rId3">
            <a:alphaModFix/>
          </a:blip>
          <a:stretch>
            <a:fillRect/>
          </a:stretch>
        </p:blipFill>
        <p:spPr>
          <a:xfrm>
            <a:off x="0" y="951275"/>
            <a:ext cx="9379976" cy="419222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g1bbaa8f0957_2_164"/>
          <p:cNvSpPr txBox="1"/>
          <p:nvPr>
            <p:ph type="title"/>
          </p:nvPr>
        </p:nvSpPr>
        <p:spPr>
          <a:xfrm>
            <a:off x="720000" y="2344400"/>
            <a:ext cx="77040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Time Plan and Future Work</a:t>
            </a:r>
            <a:endParaRPr/>
          </a:p>
        </p:txBody>
      </p:sp>
      <p:sp>
        <p:nvSpPr>
          <p:cNvPr id="1040" name="Google Shape;1040;g1bbaa8f0957_2_164"/>
          <p:cNvSpPr txBox="1"/>
          <p:nvPr>
            <p:ph idx="2" type="title"/>
          </p:nvPr>
        </p:nvSpPr>
        <p:spPr>
          <a:xfrm>
            <a:off x="2996550" y="1502600"/>
            <a:ext cx="31509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06</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g259cad68aff_2_0"/>
          <p:cNvSpPr txBox="1"/>
          <p:nvPr>
            <p:ph type="title"/>
          </p:nvPr>
        </p:nvSpPr>
        <p:spPr>
          <a:xfrm>
            <a:off x="511125" y="248650"/>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                  TIME PLAN </a:t>
            </a:r>
            <a:endParaRPr/>
          </a:p>
        </p:txBody>
      </p:sp>
      <p:pic>
        <p:nvPicPr>
          <p:cNvPr id="1046" name="Google Shape;1046;g259cad68aff_2_0"/>
          <p:cNvPicPr preferRelativeResize="0"/>
          <p:nvPr/>
        </p:nvPicPr>
        <p:blipFill>
          <a:blip r:embed="rId3">
            <a:alphaModFix/>
          </a:blip>
          <a:stretch>
            <a:fillRect/>
          </a:stretch>
        </p:blipFill>
        <p:spPr>
          <a:xfrm>
            <a:off x="511125" y="1086375"/>
            <a:ext cx="8632875" cy="32610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g259cad68aff_2_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FUTURE WORK</a:t>
            </a:r>
            <a:endParaRPr/>
          </a:p>
        </p:txBody>
      </p:sp>
      <p:sp>
        <p:nvSpPr>
          <p:cNvPr id="1052" name="Google Shape;1052;g259cad68aff_2_5"/>
          <p:cNvSpPr txBox="1"/>
          <p:nvPr/>
        </p:nvSpPr>
        <p:spPr>
          <a:xfrm>
            <a:off x="527700" y="1216980"/>
            <a:ext cx="8088600" cy="339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600">
                <a:solidFill>
                  <a:srgbClr val="337AB7"/>
                </a:solidFill>
              </a:rPr>
              <a:t>Future work will include the following</a:t>
            </a:r>
            <a:endParaRPr sz="1600">
              <a:solidFill>
                <a:srgbClr val="202124"/>
              </a:solidFill>
              <a:highlight>
                <a:srgbClr val="F8F9FA"/>
              </a:highlight>
            </a:endParaRPr>
          </a:p>
          <a:p>
            <a:pPr indent="0" lvl="0" marL="457200" rtl="0" algn="l">
              <a:lnSpc>
                <a:spcPct val="128000"/>
              </a:lnSpc>
              <a:spcBef>
                <a:spcPts val="1200"/>
              </a:spcBef>
              <a:spcAft>
                <a:spcPts val="0"/>
              </a:spcAft>
              <a:buNone/>
            </a:pPr>
            <a:r>
              <a:rPr lang="en" sz="1600"/>
              <a:t>1</a:t>
            </a:r>
            <a:r>
              <a:rPr lang="en" sz="1600"/>
              <a:t>.</a:t>
            </a:r>
            <a:r>
              <a:rPr lang="en" sz="700"/>
              <a:t>    </a:t>
            </a:r>
            <a:r>
              <a:rPr lang="en" sz="1600">
                <a:solidFill>
                  <a:srgbClr val="202124"/>
                </a:solidFill>
                <a:highlight>
                  <a:srgbClr val="F8F9FA"/>
                </a:highlight>
              </a:rPr>
              <a:t>Use satellite Communication(Antenna) instead of bluetooth for further distance.</a:t>
            </a:r>
            <a:endParaRPr sz="1600">
              <a:solidFill>
                <a:srgbClr val="202124"/>
              </a:solidFill>
              <a:highlight>
                <a:srgbClr val="F8F9FA"/>
              </a:highlight>
            </a:endParaRPr>
          </a:p>
          <a:p>
            <a:pPr indent="0" lvl="0" marL="457200" rtl="0" algn="l">
              <a:lnSpc>
                <a:spcPct val="128000"/>
              </a:lnSpc>
              <a:spcBef>
                <a:spcPts val="0"/>
              </a:spcBef>
              <a:spcAft>
                <a:spcPts val="0"/>
              </a:spcAft>
              <a:buNone/>
            </a:pPr>
            <a:r>
              <a:rPr lang="en" sz="1600">
                <a:solidFill>
                  <a:srgbClr val="202124"/>
                </a:solidFill>
                <a:highlight>
                  <a:srgbClr val="F8F9FA"/>
                </a:highlight>
              </a:rPr>
              <a:t>2. </a:t>
            </a:r>
            <a:r>
              <a:rPr lang="en" sz="1600">
                <a:solidFill>
                  <a:srgbClr val="202124"/>
                </a:solidFill>
                <a:highlight>
                  <a:srgbClr val="F8F9FA"/>
                </a:highlight>
              </a:rPr>
              <a:t>Use Raspberry PI instead of AVR to add AI algorithms to decide either the water can be treated or not.</a:t>
            </a:r>
            <a:r>
              <a:rPr lang="en" sz="700"/>
              <a:t>    </a:t>
            </a:r>
            <a:endParaRPr sz="700"/>
          </a:p>
          <a:p>
            <a:pPr indent="0" lvl="0" marL="457200" rtl="0" algn="l">
              <a:lnSpc>
                <a:spcPct val="128000"/>
              </a:lnSpc>
              <a:spcBef>
                <a:spcPts val="0"/>
              </a:spcBef>
              <a:spcAft>
                <a:spcPts val="0"/>
              </a:spcAft>
              <a:buNone/>
            </a:pPr>
            <a:r>
              <a:rPr lang="en" sz="1600">
                <a:solidFill>
                  <a:srgbClr val="202124"/>
                </a:solidFill>
                <a:highlight>
                  <a:srgbClr val="F8F9FA"/>
                </a:highlight>
              </a:rPr>
              <a:t>3. </a:t>
            </a:r>
            <a:r>
              <a:rPr lang="en" sz="1600">
                <a:solidFill>
                  <a:srgbClr val="202124"/>
                </a:solidFill>
                <a:highlight>
                  <a:srgbClr val="F8F9FA"/>
                </a:highlight>
              </a:rPr>
              <a:t>Establishment of Product Line.</a:t>
            </a:r>
            <a:endParaRPr sz="1600">
              <a:solidFill>
                <a:srgbClr val="202124"/>
              </a:solidFill>
              <a:highlight>
                <a:srgbClr val="F8F9FA"/>
              </a:highlight>
            </a:endParaRPr>
          </a:p>
          <a:p>
            <a:pPr indent="0" lvl="0" marL="457200" rtl="0" algn="l">
              <a:lnSpc>
                <a:spcPct val="128000"/>
              </a:lnSpc>
              <a:spcBef>
                <a:spcPts val="0"/>
              </a:spcBef>
              <a:spcAft>
                <a:spcPts val="0"/>
              </a:spcAft>
              <a:buNone/>
            </a:pPr>
            <a:r>
              <a:rPr lang="en" sz="1600">
                <a:solidFill>
                  <a:srgbClr val="202124"/>
                </a:solidFill>
                <a:highlight>
                  <a:srgbClr val="F8F9FA"/>
                </a:highlight>
              </a:rPr>
              <a:t>4. Adding Ultrasonic waterproof to avoid underwater obstacles.</a:t>
            </a:r>
            <a:endParaRPr sz="1600">
              <a:solidFill>
                <a:srgbClr val="202124"/>
              </a:solidFill>
              <a:highlight>
                <a:srgbClr val="F8F9FA"/>
              </a:highlight>
            </a:endParaRPr>
          </a:p>
          <a:p>
            <a:pPr indent="0" lvl="0" marL="457200" rtl="0" algn="l">
              <a:lnSpc>
                <a:spcPct val="128000"/>
              </a:lnSpc>
              <a:spcBef>
                <a:spcPts val="0"/>
              </a:spcBef>
              <a:spcAft>
                <a:spcPts val="0"/>
              </a:spcAft>
              <a:buNone/>
            </a:pPr>
            <a:r>
              <a:rPr lang="en" sz="1600"/>
              <a:t>5.</a:t>
            </a:r>
            <a:r>
              <a:rPr lang="en" sz="700"/>
              <a:t>  </a:t>
            </a:r>
            <a:r>
              <a:rPr lang="en" sz="1600">
                <a:solidFill>
                  <a:srgbClr val="202124"/>
                </a:solidFill>
                <a:highlight>
                  <a:srgbClr val="F8F9FA"/>
                </a:highlight>
              </a:rPr>
              <a:t>Adding more water quality sensors for more efficient monitorin</a:t>
            </a:r>
            <a:r>
              <a:rPr lang="en" sz="1600">
                <a:solidFill>
                  <a:srgbClr val="202124"/>
                </a:solidFill>
                <a:highlight>
                  <a:srgbClr val="F8F9FA"/>
                </a:highlight>
              </a:rPr>
              <a:t>g such as</a:t>
            </a:r>
            <a:endParaRPr sz="1600">
              <a:solidFill>
                <a:srgbClr val="202124"/>
              </a:solidFill>
              <a:highlight>
                <a:srgbClr val="F8F9FA"/>
              </a:highlight>
            </a:endParaRPr>
          </a:p>
          <a:p>
            <a:pPr indent="457200" lvl="0" marL="457200" rtl="0" algn="l">
              <a:lnSpc>
                <a:spcPct val="128000"/>
              </a:lnSpc>
              <a:spcBef>
                <a:spcPts val="0"/>
              </a:spcBef>
              <a:spcAft>
                <a:spcPts val="0"/>
              </a:spcAft>
              <a:buNone/>
            </a:pPr>
            <a:r>
              <a:rPr lang="en" sz="1600">
                <a:solidFill>
                  <a:srgbClr val="202124"/>
                </a:solidFill>
                <a:highlight>
                  <a:srgbClr val="F8F9FA"/>
                </a:highlight>
              </a:rPr>
              <a:t>a.Radiation Sensor		     	b.Nutrient Sensors		    </a:t>
            </a:r>
            <a:endParaRPr sz="1600">
              <a:solidFill>
                <a:srgbClr val="202124"/>
              </a:solidFill>
              <a:highlight>
                <a:srgbClr val="F8F9FA"/>
              </a:highlight>
            </a:endParaRPr>
          </a:p>
          <a:p>
            <a:pPr indent="457200" lvl="0" marL="457200" rtl="0" algn="l">
              <a:lnSpc>
                <a:spcPct val="128000"/>
              </a:lnSpc>
              <a:spcBef>
                <a:spcPts val="0"/>
              </a:spcBef>
              <a:spcAft>
                <a:spcPts val="0"/>
              </a:spcAft>
              <a:buNone/>
            </a:pPr>
            <a:r>
              <a:rPr lang="en" sz="1600">
                <a:solidFill>
                  <a:schemeClr val="dk1"/>
                </a:solidFill>
                <a:highlight>
                  <a:srgbClr val="F8F9FA"/>
                </a:highlight>
              </a:rPr>
              <a:t>c.</a:t>
            </a:r>
            <a:r>
              <a:rPr lang="en" sz="1600">
                <a:solidFill>
                  <a:schemeClr val="dk1"/>
                </a:solidFill>
              </a:rPr>
              <a:t>Water Dissolved Oxygen  	d.Water Conductivity Sensor</a:t>
            </a:r>
            <a:endParaRPr sz="1600">
              <a:solidFill>
                <a:schemeClr val="dk1"/>
              </a:solidFill>
            </a:endParaRPr>
          </a:p>
          <a:p>
            <a:pPr indent="457200" lvl="0" marL="457200" rtl="0" algn="l">
              <a:lnSpc>
                <a:spcPct val="128000"/>
              </a:lnSpc>
              <a:spcBef>
                <a:spcPts val="0"/>
              </a:spcBef>
              <a:spcAft>
                <a:spcPts val="0"/>
              </a:spcAft>
              <a:buNone/>
            </a:pPr>
            <a:r>
              <a:rPr lang="en" sz="1600">
                <a:solidFill>
                  <a:srgbClr val="202124"/>
                </a:solidFill>
                <a:highlight>
                  <a:srgbClr val="F8F9FA"/>
                </a:highlight>
              </a:rPr>
              <a:t>e.Oil and Hydrocarbon Sensors</a:t>
            </a:r>
            <a:endParaRPr sz="1600">
              <a:solidFill>
                <a:schemeClr val="dk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2198db1af2c_1_16"/>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500"/>
              <a:buNone/>
            </a:pPr>
            <a:r>
              <a:rPr lang="en" sz="3000"/>
              <a:t>References</a:t>
            </a:r>
            <a:endParaRPr sz="3000"/>
          </a:p>
        </p:txBody>
      </p:sp>
      <p:sp>
        <p:nvSpPr>
          <p:cNvPr id="1058" name="Google Shape;1058;g2198db1af2c_1_16"/>
          <p:cNvSpPr/>
          <p:nvPr/>
        </p:nvSpPr>
        <p:spPr>
          <a:xfrm>
            <a:off x="597300" y="1369150"/>
            <a:ext cx="8223300" cy="32802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g2198db1af2c_1_16"/>
          <p:cNvSpPr txBox="1"/>
          <p:nvPr/>
        </p:nvSpPr>
        <p:spPr>
          <a:xfrm>
            <a:off x="597300" y="1711475"/>
            <a:ext cx="7826700" cy="2986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50000"/>
              </a:lnSpc>
              <a:spcBef>
                <a:spcPts val="0"/>
              </a:spcBef>
              <a:spcAft>
                <a:spcPts val="0"/>
              </a:spcAft>
              <a:buClr>
                <a:schemeClr val="dk1"/>
              </a:buClr>
              <a:buSzPts val="1400"/>
              <a:buFont typeface="Anaheim"/>
              <a:buChar char="●"/>
            </a:pPr>
            <a:r>
              <a:rPr b="0" i="0" lang="en" sz="1400" u="sng" cap="none" strike="noStrike">
                <a:solidFill>
                  <a:schemeClr val="hlink"/>
                </a:solidFill>
                <a:latin typeface="Arial"/>
                <a:ea typeface="Arial"/>
                <a:cs typeface="Arial"/>
                <a:sym typeface="Arial"/>
                <a:hlinkClick r:id="rId3"/>
              </a:rPr>
              <a:t>https://water.usgs.gov/owq/WhyMonitorWaterQuality.pdf</a:t>
            </a:r>
            <a:endParaRPr b="0" i="0" sz="1400" u="none" cap="none" strike="noStrike">
              <a:solidFill>
                <a:srgbClr val="091D31"/>
              </a:solidFill>
              <a:latin typeface="Arial"/>
              <a:ea typeface="Arial"/>
              <a:cs typeface="Arial"/>
              <a:sym typeface="Arial"/>
            </a:endParaRPr>
          </a:p>
          <a:p>
            <a:pPr indent="-317500" lvl="0" marL="457200" marR="0" rtl="0" algn="l">
              <a:lnSpc>
                <a:spcPct val="150000"/>
              </a:lnSpc>
              <a:spcBef>
                <a:spcPts val="0"/>
              </a:spcBef>
              <a:spcAft>
                <a:spcPts val="0"/>
              </a:spcAft>
              <a:buClr>
                <a:srgbClr val="091D31"/>
              </a:buClr>
              <a:buSzPts val="1400"/>
              <a:buFont typeface="Arial"/>
              <a:buChar char="●"/>
            </a:pPr>
            <a:r>
              <a:rPr b="0" i="0" lang="en" sz="1400" u="none" cap="none" strike="noStrike">
                <a:solidFill>
                  <a:srgbClr val="091D31"/>
                </a:solidFill>
                <a:latin typeface="Arial"/>
                <a:ea typeface="Arial"/>
                <a:cs typeface="Arial"/>
                <a:sym typeface="Arial"/>
              </a:rPr>
              <a:t>https://www.ijsrp.org/research-paper-1118/ijsrp-p8321.pdf</a:t>
            </a:r>
            <a:endParaRPr b="0" i="0" sz="1400" u="none" cap="none" strike="noStrike">
              <a:solidFill>
                <a:srgbClr val="091D31"/>
              </a:solidFill>
              <a:latin typeface="Arial"/>
              <a:ea typeface="Arial"/>
              <a:cs typeface="Arial"/>
              <a:sym typeface="Arial"/>
            </a:endParaRPr>
          </a:p>
          <a:p>
            <a:pPr indent="-317500" lvl="0" marL="457200" marR="0" rtl="0" algn="l">
              <a:lnSpc>
                <a:spcPct val="150000"/>
              </a:lnSpc>
              <a:spcBef>
                <a:spcPts val="0"/>
              </a:spcBef>
              <a:spcAft>
                <a:spcPts val="0"/>
              </a:spcAft>
              <a:buClr>
                <a:srgbClr val="091D31"/>
              </a:buClr>
              <a:buSzPts val="1400"/>
              <a:buFont typeface="Arial"/>
              <a:buChar char="●"/>
            </a:pPr>
            <a:r>
              <a:rPr b="0" i="0" lang="en" sz="1400" u="sng" cap="none" strike="noStrike">
                <a:solidFill>
                  <a:schemeClr val="hlink"/>
                </a:solidFill>
                <a:latin typeface="Arial"/>
                <a:ea typeface="Arial"/>
                <a:cs typeface="Arial"/>
                <a:sym typeface="Arial"/>
                <a:hlinkClick r:id="rId4"/>
              </a:rPr>
              <a:t>https://eee.guc.edu.eg/announcements/comparaitive_wireless_standards.pdf</a:t>
            </a:r>
            <a:endParaRPr b="0" i="0" sz="1400" u="none" cap="none" strike="noStrike">
              <a:solidFill>
                <a:srgbClr val="091D31"/>
              </a:solidFill>
              <a:latin typeface="Arial"/>
              <a:ea typeface="Arial"/>
              <a:cs typeface="Arial"/>
              <a:sym typeface="Arial"/>
            </a:endParaRPr>
          </a:p>
          <a:p>
            <a:pPr indent="-317500" lvl="0" marL="457200" marR="0" rtl="0" algn="l">
              <a:lnSpc>
                <a:spcPct val="150000"/>
              </a:lnSpc>
              <a:spcBef>
                <a:spcPts val="0"/>
              </a:spcBef>
              <a:spcAft>
                <a:spcPts val="0"/>
              </a:spcAft>
              <a:buClr>
                <a:srgbClr val="091D31"/>
              </a:buClr>
              <a:buSzPts val="1400"/>
              <a:buFont typeface="Arial"/>
              <a:buChar char="●"/>
            </a:pPr>
            <a:r>
              <a:rPr b="0" i="0" lang="en" sz="1400" u="sng" cap="none" strike="noStrike">
                <a:solidFill>
                  <a:schemeClr val="hlink"/>
                </a:solidFill>
                <a:latin typeface="Arial"/>
                <a:ea typeface="Arial"/>
                <a:cs typeface="Arial"/>
                <a:sym typeface="Arial"/>
                <a:hlinkClick r:id="rId5"/>
              </a:rPr>
              <a:t>https://ieeexplore.ieee.org/abstract/document/7516589</a:t>
            </a:r>
            <a:endParaRPr b="0" i="0" sz="1400" u="none" cap="none" strike="noStrike">
              <a:solidFill>
                <a:srgbClr val="091D31"/>
              </a:solidFill>
              <a:latin typeface="Arial"/>
              <a:ea typeface="Arial"/>
              <a:cs typeface="Arial"/>
              <a:sym typeface="Arial"/>
            </a:endParaRPr>
          </a:p>
          <a:p>
            <a:pPr indent="-317500" lvl="0" marL="457200" marR="0" rtl="0" algn="l">
              <a:lnSpc>
                <a:spcPct val="150000"/>
              </a:lnSpc>
              <a:spcBef>
                <a:spcPts val="0"/>
              </a:spcBef>
              <a:spcAft>
                <a:spcPts val="0"/>
              </a:spcAft>
              <a:buClr>
                <a:srgbClr val="091D31"/>
              </a:buClr>
              <a:buSzPts val="1400"/>
              <a:buFont typeface="Arial"/>
              <a:buChar char="●"/>
            </a:pPr>
            <a:r>
              <a:rPr b="0" i="0" lang="en" sz="1400" u="sng" cap="none" strike="noStrike">
                <a:solidFill>
                  <a:schemeClr val="hlink"/>
                </a:solidFill>
                <a:latin typeface="Arial"/>
                <a:ea typeface="Arial"/>
                <a:cs typeface="Arial"/>
                <a:sym typeface="Arial"/>
                <a:hlinkClick r:id="rId6"/>
              </a:rPr>
              <a:t>https://www.researchgate.net/publication/320221378_Real-Time_Attitude-Independent_Magnetometer_Bias_Estimation_for_Spinning_Spacecraft</a:t>
            </a:r>
            <a:endParaRPr b="0" i="0" sz="1400" u="none" cap="none" strike="noStrike">
              <a:solidFill>
                <a:srgbClr val="091D31"/>
              </a:solidFill>
              <a:latin typeface="Arial"/>
              <a:ea typeface="Arial"/>
              <a:cs typeface="Arial"/>
              <a:sym typeface="Arial"/>
            </a:endParaRPr>
          </a:p>
          <a:p>
            <a:pPr indent="-317500" lvl="0" marL="457200" marR="0" rtl="0" algn="l">
              <a:lnSpc>
                <a:spcPct val="150000"/>
              </a:lnSpc>
              <a:spcBef>
                <a:spcPts val="0"/>
              </a:spcBef>
              <a:spcAft>
                <a:spcPts val="0"/>
              </a:spcAft>
              <a:buClr>
                <a:srgbClr val="091D31"/>
              </a:buClr>
              <a:buSzPts val="1400"/>
              <a:buFont typeface="Arial"/>
              <a:buChar char="●"/>
            </a:pPr>
            <a:r>
              <a:rPr b="0" i="0" lang="en" sz="1400" u="sng" cap="none" strike="noStrike">
                <a:solidFill>
                  <a:schemeClr val="hlink"/>
                </a:solidFill>
                <a:latin typeface="Arial"/>
                <a:ea typeface="Arial"/>
                <a:cs typeface="Arial"/>
                <a:sym typeface="Arial"/>
                <a:hlinkClick r:id="rId7"/>
              </a:rPr>
              <a:t>https://www.ncbi.nlm.nih.gov/pmc/articles/PMC5017391/#B1-sensors-16-01226</a:t>
            </a:r>
            <a:endParaRPr b="0" i="0" sz="1400" u="none" cap="none" strike="noStrike">
              <a:solidFill>
                <a:srgbClr val="091D31"/>
              </a:solidFill>
              <a:latin typeface="Arial"/>
              <a:ea typeface="Arial"/>
              <a:cs typeface="Arial"/>
              <a:sym typeface="Arial"/>
            </a:endParaRPr>
          </a:p>
          <a:p>
            <a:pPr indent="-317500" lvl="0" marL="457200" marR="0" rtl="0" algn="l">
              <a:lnSpc>
                <a:spcPct val="150000"/>
              </a:lnSpc>
              <a:spcBef>
                <a:spcPts val="0"/>
              </a:spcBef>
              <a:spcAft>
                <a:spcPts val="0"/>
              </a:spcAft>
              <a:buClr>
                <a:srgbClr val="091D31"/>
              </a:buClr>
              <a:buSzPts val="1400"/>
              <a:buFont typeface="Arial"/>
              <a:buChar char="●"/>
            </a:pPr>
            <a:r>
              <a:rPr b="0" i="0" lang="en" sz="1400" u="none" cap="none" strike="noStrike">
                <a:solidFill>
                  <a:srgbClr val="091D31"/>
                </a:solidFill>
                <a:latin typeface="Arial"/>
                <a:ea typeface="Arial"/>
                <a:cs typeface="Arial"/>
                <a:sym typeface="Arial"/>
              </a:rPr>
              <a:t>https://www.ncbi.nlm.nih.gov/pmc/articles/PMC4435162/</a:t>
            </a:r>
            <a:endParaRPr b="0" i="0" sz="1400" u="none" cap="none" strike="noStrike">
              <a:solidFill>
                <a:srgbClr val="091D3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91D31"/>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g2198db1af2c_1_290"/>
          <p:cNvSpPr txBox="1"/>
          <p:nvPr>
            <p:ph type="ctrTitle"/>
          </p:nvPr>
        </p:nvSpPr>
        <p:spPr>
          <a:xfrm>
            <a:off x="2493225" y="1998650"/>
            <a:ext cx="4284000" cy="997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a:t>Thanks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Watery Shapes Style MK Campaign by Slidesgo">
  <a:themeElements>
    <a:clrScheme name="Simple Light">
      <a:dk1>
        <a:srgbClr val="091D31"/>
      </a:dk1>
      <a:lt1>
        <a:srgbClr val="FFFFFF"/>
      </a:lt1>
      <a:dk2>
        <a:srgbClr val="336E94"/>
      </a:dk2>
      <a:lt2>
        <a:srgbClr val="9ED2F2"/>
      </a:lt2>
      <a:accent1>
        <a:srgbClr val="46A9E7"/>
      </a:accent1>
      <a:accent2>
        <a:srgbClr val="C1E7FF"/>
      </a:accent2>
      <a:accent3>
        <a:srgbClr val="BCDFF6"/>
      </a:accent3>
      <a:accent4>
        <a:srgbClr val="E6F5FF"/>
      </a:accent4>
      <a:accent5>
        <a:srgbClr val="0097A7"/>
      </a:accent5>
      <a:accent6>
        <a:srgbClr val="FFFFFF"/>
      </a:accent6>
      <a:hlink>
        <a:srgbClr val="091D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Watery Shapes Style MK Campaign by Slidesgo">
  <a:themeElements>
    <a:clrScheme name="Simple Light">
      <a:dk1>
        <a:srgbClr val="091D31"/>
      </a:dk1>
      <a:lt1>
        <a:srgbClr val="FFFFFF"/>
      </a:lt1>
      <a:dk2>
        <a:srgbClr val="336E94"/>
      </a:dk2>
      <a:lt2>
        <a:srgbClr val="9ED2F2"/>
      </a:lt2>
      <a:accent1>
        <a:srgbClr val="46A9E7"/>
      </a:accent1>
      <a:accent2>
        <a:srgbClr val="C1E7FF"/>
      </a:accent2>
      <a:accent3>
        <a:srgbClr val="BCDFF6"/>
      </a:accent3>
      <a:accent4>
        <a:srgbClr val="E6F5FF"/>
      </a:accent4>
      <a:accent5>
        <a:srgbClr val="0097A7"/>
      </a:accent5>
      <a:accent6>
        <a:srgbClr val="FFFFFF"/>
      </a:accent6>
      <a:hlink>
        <a:srgbClr val="091D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Watery Shapes Style MK Campaign by Slidesgo">
  <a:themeElements>
    <a:clrScheme name="Simple Light">
      <a:dk1>
        <a:srgbClr val="091D31"/>
      </a:dk1>
      <a:lt1>
        <a:srgbClr val="FFFFFF"/>
      </a:lt1>
      <a:dk2>
        <a:srgbClr val="336E94"/>
      </a:dk2>
      <a:lt2>
        <a:srgbClr val="9ED2F2"/>
      </a:lt2>
      <a:accent1>
        <a:srgbClr val="46A9E7"/>
      </a:accent1>
      <a:accent2>
        <a:srgbClr val="C1E7FF"/>
      </a:accent2>
      <a:accent3>
        <a:srgbClr val="BCDFF6"/>
      </a:accent3>
      <a:accent4>
        <a:srgbClr val="E6F5FF"/>
      </a:accent4>
      <a:accent5>
        <a:srgbClr val="0097A7"/>
      </a:accent5>
      <a:accent6>
        <a:srgbClr val="FFFFFF"/>
      </a:accent6>
      <a:hlink>
        <a:srgbClr val="091D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coreProperties>
</file>