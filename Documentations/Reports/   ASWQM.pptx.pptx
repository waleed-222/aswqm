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8" r:id="rId5"/>
    <p:sldMasterId id="2147483684" r:id="rId6"/>
    <p:sldMasterId id="214748371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Lst>
  <p:sldSz cy="5143500" cx="9144000"/>
  <p:notesSz cx="6858000" cy="9144000"/>
  <p:embeddedFontLst>
    <p:embeddedFont>
      <p:font typeface="Anaheim"/>
      <p:regular r:id="rId44"/>
    </p:embeddedFont>
    <p:embeddedFont>
      <p:font typeface="Poppins"/>
      <p:regular r:id="rId45"/>
      <p:bold r:id="rId46"/>
      <p:italic r:id="rId47"/>
      <p:boldItalic r:id="rId48"/>
    </p:embeddedFont>
    <p:embeddedFont>
      <p:font typeface="Bebas Neue"/>
      <p:regular r:id="rId49"/>
    </p:embeddedFont>
    <p:embeddedFont>
      <p:font typeface="Comfortaa"/>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2" roundtripDataSignature="AMtx7mizNTGV5r+06EHovqznG7SAuDmC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3F843FB-446E-4956-9CE9-3FD8BD2A16BF}">
  <a:tblStyle styleId="{83F843FB-446E-4956-9CE9-3FD8BD2A16BF}"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font" Target="fonts/Anaheim-regular.fntdata"/><Relationship Id="rId43" Type="http://schemas.openxmlformats.org/officeDocument/2006/relationships/slide" Target="slides/slide35.xml"/><Relationship Id="rId46" Type="http://schemas.openxmlformats.org/officeDocument/2006/relationships/font" Target="fonts/Poppins-bold.fntdata"/><Relationship Id="rId45" Type="http://schemas.openxmlformats.org/officeDocument/2006/relationships/font" Target="fonts/Poppi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font" Target="fonts/Poppins-boldItalic.fntdata"/><Relationship Id="rId47" Type="http://schemas.openxmlformats.org/officeDocument/2006/relationships/font" Target="fonts/Poppins-italic.fntdata"/><Relationship Id="rId49" Type="http://schemas.openxmlformats.org/officeDocument/2006/relationships/font" Target="fonts/BebasNeue-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Comfortaa-bold.fntdata"/><Relationship Id="rId50" Type="http://schemas.openxmlformats.org/officeDocument/2006/relationships/font" Target="fonts/Comfortaa-regular.fntdata"/><Relationship Id="rId52" Type="http://customschemas.google.com/relationships/presentationmetadata" Target="metadata"/><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4" name="Google Shape;57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9" name="Google Shape;57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1bbddf71bf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4" name="Google Shape;594;g1bbddf71bf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1bbaa8f0957_4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2" name="Google Shape;612;g1bbaa8f0957_4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1bbaa8f0957_4_1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8" name="Google Shape;618;g1bbaa8f0957_4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1bbaa8f0957_4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4" name="Google Shape;624;g1bbaa8f0957_4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1bbaa8f0957_4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0" name="Google Shape;630;g1bbaa8f0957_4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1bbaa8f0957_4_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8" name="Google Shape;638;g1bbaa8f0957_4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1bbaa8f0957_4_1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8" name="Google Shape;648;g1bbaa8f0957_4_1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1bb830efa19_1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7" name="Google Shape;657;g1bb830efa19_1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1bb830efa19_1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5" name="Google Shape;675;g1bb830efa19_1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1b98169c3a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2" name="Google Shape;682;g1b98169c3a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1bb830efa19_1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3" name="Google Shape;693;g1bb830efa19_1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1bbaa8f0957_2_1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0" name="Google Shape;700;g1bbaa8f0957_2_1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218f467fd32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6" name="Google Shape;706;g218f467fd32_0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1bbaa8f0957_2_1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2" name="Google Shape;712;g1bbaa8f0957_2_1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1bbaa8f0957_2_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7" name="Google Shape;727;g1bbaa8f0957_2_2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1bbaa8f0957_2_2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2" name="Google Shape;742;g1bbaa8f0957_2_2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218f467fd32_6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7" name="Google Shape;757;g218f467fd32_6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1bbaa8f0957_2_2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3" name="Google Shape;763;g1bbaa8f0957_2_2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1bbaa8f0957_2_2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2" name="Google Shape;782;g1bbaa8f0957_2_2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259cad68aff_4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1" name="Google Shape;801;g259cad68aff_4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218f467fd32_14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8" name="Google Shape;808;g218f467fd32_14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218f467fd32_14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4" name="Google Shape;814;g218f467fd32_14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218f467fd32_14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9" name="Google Shape;819;g218f467fd32_14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259addb234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4" name="Google Shape;824;g259addb234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1bbddf71bf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0" name="Google Shape;830;g1bbddf71bfd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2198db1af2c_1_5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6" name="Google Shape;836;g2198db1af2c_1_5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1b28a4da422_2_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4" name="Google Shape;844;g1b28a4da422_2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2611b39a811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g2611b39a811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2611b39a811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g2611b39a811_0_1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2611b39a811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g2611b39a811_0_2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1bbaa8f0957_2_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1" name="Google Shape;871;g1bbaa8f0957_2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259cad68aff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7" name="Google Shape;877;g259cad68aff_2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2198db1af2c_1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3" name="Google Shape;883;g2198db1af2c_1_2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53"/>
          <p:cNvSpPr txBox="1"/>
          <p:nvPr>
            <p:ph type="ctrTitle"/>
          </p:nvPr>
        </p:nvSpPr>
        <p:spPr>
          <a:xfrm>
            <a:off x="2045575" y="1077625"/>
            <a:ext cx="5052900" cy="2391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191919"/>
              </a:buClr>
              <a:buSzPts val="5200"/>
              <a:buNone/>
              <a:defRPr sz="4500">
                <a:solidFill>
                  <a:srgbClr val="191919"/>
                </a:solidFill>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0" name="Google Shape;10;p53"/>
          <p:cNvSpPr txBox="1"/>
          <p:nvPr>
            <p:ph idx="1" type="subTitle"/>
          </p:nvPr>
        </p:nvSpPr>
        <p:spPr>
          <a:xfrm>
            <a:off x="2392525" y="3525613"/>
            <a:ext cx="4359000" cy="409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solidFill>
                  <a:srgbClr val="191919"/>
                </a:solidFill>
                <a:latin typeface="Anaheim"/>
                <a:ea typeface="Anaheim"/>
                <a:cs typeface="Anaheim"/>
                <a:sym typeface="Anaheim"/>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53"/>
          <p:cNvSpPr/>
          <p:nvPr/>
        </p:nvSpPr>
        <p:spPr>
          <a:xfrm>
            <a:off x="3771760" y="-424457"/>
            <a:ext cx="5070489" cy="1544172"/>
          </a:xfrm>
          <a:custGeom>
            <a:rect b="b" l="l" r="r" t="t"/>
            <a:pathLst>
              <a:path extrusionOk="0" h="55837" w="183348">
                <a:moveTo>
                  <a:pt x="1" y="31"/>
                </a:moveTo>
                <a:cubicBezTo>
                  <a:pt x="1004" y="1064"/>
                  <a:pt x="2159" y="1976"/>
                  <a:pt x="3375" y="2736"/>
                </a:cubicBezTo>
                <a:cubicBezTo>
                  <a:pt x="11125" y="7630"/>
                  <a:pt x="32402" y="3435"/>
                  <a:pt x="45625" y="15320"/>
                </a:cubicBezTo>
                <a:cubicBezTo>
                  <a:pt x="49606" y="18876"/>
                  <a:pt x="52737" y="23314"/>
                  <a:pt x="55838" y="27660"/>
                </a:cubicBezTo>
                <a:cubicBezTo>
                  <a:pt x="58938" y="32037"/>
                  <a:pt x="62251" y="36353"/>
                  <a:pt x="66567" y="39545"/>
                </a:cubicBezTo>
                <a:cubicBezTo>
                  <a:pt x="82707" y="51399"/>
                  <a:pt x="99182" y="39363"/>
                  <a:pt x="114805" y="33648"/>
                </a:cubicBezTo>
                <a:cubicBezTo>
                  <a:pt x="123742" y="30426"/>
                  <a:pt x="132891" y="30821"/>
                  <a:pt x="141766" y="34773"/>
                </a:cubicBezTo>
                <a:cubicBezTo>
                  <a:pt x="149669" y="38299"/>
                  <a:pt x="163803" y="55837"/>
                  <a:pt x="183013" y="45958"/>
                </a:cubicBezTo>
                <a:lnTo>
                  <a:pt x="183348" y="0"/>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53"/>
          <p:cNvSpPr/>
          <p:nvPr/>
        </p:nvSpPr>
        <p:spPr>
          <a:xfrm>
            <a:off x="5374782" y="-402610"/>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53"/>
          <p:cNvSpPr/>
          <p:nvPr/>
        </p:nvSpPr>
        <p:spPr>
          <a:xfrm>
            <a:off x="-130074" y="-586499"/>
            <a:ext cx="3046337" cy="3596892"/>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53"/>
          <p:cNvSpPr/>
          <p:nvPr/>
        </p:nvSpPr>
        <p:spPr>
          <a:xfrm>
            <a:off x="6284300" y="1801460"/>
            <a:ext cx="3851622" cy="366332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53"/>
          <p:cNvSpPr/>
          <p:nvPr/>
        </p:nvSpPr>
        <p:spPr>
          <a:xfrm>
            <a:off x="4587299" y="3535257"/>
            <a:ext cx="5474833" cy="1824096"/>
          </a:xfrm>
          <a:custGeom>
            <a:rect b="b" l="l" r="r" t="t"/>
            <a:pathLst>
              <a:path extrusionOk="0" h="65959" w="197969">
                <a:moveTo>
                  <a:pt x="197968" y="7508"/>
                </a:moveTo>
                <a:cubicBezTo>
                  <a:pt x="197208" y="7083"/>
                  <a:pt x="196388" y="6657"/>
                  <a:pt x="195597" y="6292"/>
                </a:cubicBezTo>
                <a:cubicBezTo>
                  <a:pt x="182466" y="61"/>
                  <a:pt x="166539" y="0"/>
                  <a:pt x="153378" y="6231"/>
                </a:cubicBezTo>
                <a:cubicBezTo>
                  <a:pt x="137268" y="13891"/>
                  <a:pt x="124897" y="25381"/>
                  <a:pt x="105504" y="27843"/>
                </a:cubicBezTo>
                <a:cubicBezTo>
                  <a:pt x="85139" y="30426"/>
                  <a:pt x="65686" y="20517"/>
                  <a:pt x="46385" y="27600"/>
                </a:cubicBezTo>
                <a:cubicBezTo>
                  <a:pt x="34652" y="31885"/>
                  <a:pt x="27722" y="43709"/>
                  <a:pt x="19029" y="52676"/>
                </a:cubicBezTo>
                <a:cubicBezTo>
                  <a:pt x="13527" y="58360"/>
                  <a:pt x="7022" y="62767"/>
                  <a:pt x="1" y="65959"/>
                </a:cubicBezTo>
                <a:lnTo>
                  <a:pt x="197968" y="65959"/>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53"/>
          <p:cNvSpPr/>
          <p:nvPr/>
        </p:nvSpPr>
        <p:spPr>
          <a:xfrm>
            <a:off x="7535080" y="2295937"/>
            <a:ext cx="2600842" cy="3042133"/>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53"/>
          <p:cNvSpPr/>
          <p:nvPr/>
        </p:nvSpPr>
        <p:spPr>
          <a:xfrm>
            <a:off x="-257186" y="2619003"/>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53"/>
          <p:cNvSpPr/>
          <p:nvPr/>
        </p:nvSpPr>
        <p:spPr>
          <a:xfrm>
            <a:off x="-209260" y="3466325"/>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53"/>
          <p:cNvSpPr/>
          <p:nvPr/>
        </p:nvSpPr>
        <p:spPr>
          <a:xfrm>
            <a:off x="-209260" y="3090576"/>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53"/>
          <p:cNvSpPr/>
          <p:nvPr/>
        </p:nvSpPr>
        <p:spPr>
          <a:xfrm>
            <a:off x="-323549" y="-514273"/>
            <a:ext cx="3221171" cy="1963643"/>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1" name="Shape 21"/>
        <p:cNvGrpSpPr/>
        <p:nvPr/>
      </p:nvGrpSpPr>
      <p:grpSpPr>
        <a:xfrm>
          <a:off x="0" y="0"/>
          <a:ext cx="0" cy="0"/>
          <a:chOff x="0" y="0"/>
          <a:chExt cx="0" cy="0"/>
        </a:xfrm>
      </p:grpSpPr>
      <p:sp>
        <p:nvSpPr>
          <p:cNvPr id="22" name="Google Shape;22;p56"/>
          <p:cNvSpPr txBox="1"/>
          <p:nvPr>
            <p:ph idx="1" type="subTitle"/>
          </p:nvPr>
        </p:nvSpPr>
        <p:spPr>
          <a:xfrm>
            <a:off x="2525675" y="3178675"/>
            <a:ext cx="4092600" cy="1546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56"/>
          <p:cNvSpPr txBox="1"/>
          <p:nvPr>
            <p:ph type="title"/>
          </p:nvPr>
        </p:nvSpPr>
        <p:spPr>
          <a:xfrm>
            <a:off x="2525700" y="2741600"/>
            <a:ext cx="4092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4" name="Google Shape;24;p56"/>
          <p:cNvSpPr/>
          <p:nvPr/>
        </p:nvSpPr>
        <p:spPr>
          <a:xfrm flipH="1">
            <a:off x="6761925" y="-156750"/>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56"/>
          <p:cNvSpPr/>
          <p:nvPr/>
        </p:nvSpPr>
        <p:spPr>
          <a:xfrm rot="10800000">
            <a:off x="6946525" y="-754575"/>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56"/>
          <p:cNvSpPr/>
          <p:nvPr/>
        </p:nvSpPr>
        <p:spPr>
          <a:xfrm flipH="1" rot="10800000">
            <a:off x="-610111" y="-420997"/>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56"/>
          <p:cNvSpPr/>
          <p:nvPr/>
        </p:nvSpPr>
        <p:spPr>
          <a:xfrm flipH="1" rot="10800000">
            <a:off x="-562185" y="-205384"/>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56"/>
          <p:cNvSpPr/>
          <p:nvPr/>
        </p:nvSpPr>
        <p:spPr>
          <a:xfrm flipH="1" rot="10800000">
            <a:off x="-562185" y="-393259"/>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29" name="Shape 29"/>
        <p:cNvGrpSpPr/>
        <p:nvPr/>
      </p:nvGrpSpPr>
      <p:grpSpPr>
        <a:xfrm>
          <a:off x="0" y="0"/>
          <a:ext cx="0" cy="0"/>
          <a:chOff x="0" y="0"/>
          <a:chExt cx="0" cy="0"/>
        </a:xfrm>
      </p:grpSpPr>
      <p:sp>
        <p:nvSpPr>
          <p:cNvPr id="30" name="Google Shape;30;g1bbddf71bfd_0_267"/>
          <p:cNvSpPr txBox="1"/>
          <p:nvPr>
            <p:ph type="title"/>
          </p:nvPr>
        </p:nvSpPr>
        <p:spPr>
          <a:xfrm>
            <a:off x="720000" y="1874875"/>
            <a:ext cx="244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 name="Google Shape;31;g1bbddf71bfd_0_267"/>
          <p:cNvSpPr txBox="1"/>
          <p:nvPr>
            <p:ph idx="2" type="title"/>
          </p:nvPr>
        </p:nvSpPr>
        <p:spPr>
          <a:xfrm>
            <a:off x="720000" y="13305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2" name="Google Shape;32;g1bbddf71bfd_0_267"/>
          <p:cNvSpPr txBox="1"/>
          <p:nvPr>
            <p:ph idx="1" type="subTitle"/>
          </p:nvPr>
        </p:nvSpPr>
        <p:spPr>
          <a:xfrm>
            <a:off x="720000" y="2325813"/>
            <a:ext cx="2444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g1bbddf71bfd_0_267"/>
          <p:cNvSpPr txBox="1"/>
          <p:nvPr>
            <p:ph idx="3" type="title"/>
          </p:nvPr>
        </p:nvSpPr>
        <p:spPr>
          <a:xfrm>
            <a:off x="3327300" y="1874875"/>
            <a:ext cx="2597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g1bbddf71bfd_0_267"/>
          <p:cNvSpPr txBox="1"/>
          <p:nvPr>
            <p:ph idx="4" type="title"/>
          </p:nvPr>
        </p:nvSpPr>
        <p:spPr>
          <a:xfrm>
            <a:off x="3327300" y="13305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5" name="Google Shape;35;g1bbddf71bfd_0_267"/>
          <p:cNvSpPr txBox="1"/>
          <p:nvPr>
            <p:ph idx="5" type="subTitle"/>
          </p:nvPr>
        </p:nvSpPr>
        <p:spPr>
          <a:xfrm>
            <a:off x="3327300" y="2329300"/>
            <a:ext cx="2597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g1bbddf71bfd_0_267"/>
          <p:cNvSpPr txBox="1"/>
          <p:nvPr>
            <p:ph idx="6" type="title"/>
          </p:nvPr>
        </p:nvSpPr>
        <p:spPr>
          <a:xfrm>
            <a:off x="6087600" y="1874875"/>
            <a:ext cx="244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7" name="Google Shape;37;g1bbddf71bfd_0_267"/>
          <p:cNvSpPr txBox="1"/>
          <p:nvPr>
            <p:ph idx="7" type="title"/>
          </p:nvPr>
        </p:nvSpPr>
        <p:spPr>
          <a:xfrm>
            <a:off x="6087600" y="13305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8" name="Google Shape;38;g1bbddf71bfd_0_267"/>
          <p:cNvSpPr txBox="1"/>
          <p:nvPr>
            <p:ph idx="8" type="subTitle"/>
          </p:nvPr>
        </p:nvSpPr>
        <p:spPr>
          <a:xfrm>
            <a:off x="6087600" y="2329300"/>
            <a:ext cx="2444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g1bbddf71bfd_0_267"/>
          <p:cNvSpPr txBox="1"/>
          <p:nvPr>
            <p:ph idx="9" type="title"/>
          </p:nvPr>
        </p:nvSpPr>
        <p:spPr>
          <a:xfrm>
            <a:off x="720000" y="3664275"/>
            <a:ext cx="244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g1bbddf71bfd_0_267"/>
          <p:cNvSpPr txBox="1"/>
          <p:nvPr>
            <p:ph idx="13" type="title"/>
          </p:nvPr>
        </p:nvSpPr>
        <p:spPr>
          <a:xfrm>
            <a:off x="720000" y="31199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1" name="Google Shape;41;g1bbddf71bfd_0_267"/>
          <p:cNvSpPr txBox="1"/>
          <p:nvPr>
            <p:ph idx="14" type="subTitle"/>
          </p:nvPr>
        </p:nvSpPr>
        <p:spPr>
          <a:xfrm>
            <a:off x="720000" y="4118700"/>
            <a:ext cx="2444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g1bbddf71bfd_0_267"/>
          <p:cNvSpPr txBox="1"/>
          <p:nvPr>
            <p:ph idx="15" type="title"/>
          </p:nvPr>
        </p:nvSpPr>
        <p:spPr>
          <a:xfrm>
            <a:off x="3327300" y="3664275"/>
            <a:ext cx="2597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3" name="Google Shape;43;g1bbddf71bfd_0_267"/>
          <p:cNvSpPr txBox="1"/>
          <p:nvPr>
            <p:ph idx="16" type="title"/>
          </p:nvPr>
        </p:nvSpPr>
        <p:spPr>
          <a:xfrm>
            <a:off x="3327300" y="31199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4" name="Google Shape;44;g1bbddf71bfd_0_267"/>
          <p:cNvSpPr txBox="1"/>
          <p:nvPr>
            <p:ph idx="17" type="subTitle"/>
          </p:nvPr>
        </p:nvSpPr>
        <p:spPr>
          <a:xfrm>
            <a:off x="3327300" y="4118700"/>
            <a:ext cx="2597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g1bbddf71bfd_0_267"/>
          <p:cNvSpPr txBox="1"/>
          <p:nvPr>
            <p:ph idx="18" type="title"/>
          </p:nvPr>
        </p:nvSpPr>
        <p:spPr>
          <a:xfrm>
            <a:off x="6087600" y="3664275"/>
            <a:ext cx="244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6" name="Google Shape;46;g1bbddf71bfd_0_267"/>
          <p:cNvSpPr txBox="1"/>
          <p:nvPr>
            <p:ph idx="19" type="title"/>
          </p:nvPr>
        </p:nvSpPr>
        <p:spPr>
          <a:xfrm>
            <a:off x="6087600" y="3119975"/>
            <a:ext cx="13341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7" name="Google Shape;47;g1bbddf71bfd_0_267"/>
          <p:cNvSpPr txBox="1"/>
          <p:nvPr>
            <p:ph idx="20" type="subTitle"/>
          </p:nvPr>
        </p:nvSpPr>
        <p:spPr>
          <a:xfrm>
            <a:off x="6087600" y="4118700"/>
            <a:ext cx="2444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g1bbddf71bfd_0_267"/>
          <p:cNvSpPr txBox="1"/>
          <p:nvPr>
            <p:ph idx="21"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sz="3000">
                <a:solidFill>
                  <a:schemeClr val="accent1"/>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9" name="Google Shape;49;g1bbddf71bfd_0_267"/>
          <p:cNvSpPr/>
          <p:nvPr/>
        </p:nvSpPr>
        <p:spPr>
          <a:xfrm flipH="1">
            <a:off x="6449100" y="-437475"/>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g1bbddf71bfd_0_267"/>
          <p:cNvSpPr/>
          <p:nvPr/>
        </p:nvSpPr>
        <p:spPr>
          <a:xfrm rot="10800000">
            <a:off x="7074850" y="-62625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2"/>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46A9E7">
            <a:alpha val="5490"/>
          </a:srgbClr>
        </a:solidFill>
      </p:bgPr>
    </p:bg>
    <p:spTree>
      <p:nvGrpSpPr>
        <p:cNvPr id="51" name="Shape 51"/>
        <p:cNvGrpSpPr/>
        <p:nvPr/>
      </p:nvGrpSpPr>
      <p:grpSpPr>
        <a:xfrm>
          <a:off x="0" y="0"/>
          <a:ext cx="0" cy="0"/>
          <a:chOff x="0" y="0"/>
          <a:chExt cx="0" cy="0"/>
        </a:xfrm>
      </p:grpSpPr>
      <p:sp>
        <p:nvSpPr>
          <p:cNvPr id="52" name="Google Shape;52;p64"/>
          <p:cNvSpPr txBox="1"/>
          <p:nvPr>
            <p:ph type="title"/>
          </p:nvPr>
        </p:nvSpPr>
        <p:spPr>
          <a:xfrm>
            <a:off x="720000" y="2344400"/>
            <a:ext cx="77040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53" name="Google Shape;53;p64"/>
          <p:cNvSpPr txBox="1"/>
          <p:nvPr>
            <p:ph idx="2" type="title"/>
          </p:nvPr>
        </p:nvSpPr>
        <p:spPr>
          <a:xfrm>
            <a:off x="2996550" y="1502600"/>
            <a:ext cx="31509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54" name="Google Shape;54;p64"/>
          <p:cNvSpPr txBox="1"/>
          <p:nvPr>
            <p:ph idx="1" type="subTitle"/>
          </p:nvPr>
        </p:nvSpPr>
        <p:spPr>
          <a:xfrm>
            <a:off x="2391925" y="3132175"/>
            <a:ext cx="43602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55" name="Google Shape;55;p64"/>
          <p:cNvSpPr/>
          <p:nvPr/>
        </p:nvSpPr>
        <p:spPr>
          <a:xfrm rot="-5400000">
            <a:off x="5038149" y="-109009"/>
            <a:ext cx="4714425" cy="448394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64"/>
          <p:cNvSpPr/>
          <p:nvPr/>
        </p:nvSpPr>
        <p:spPr>
          <a:xfrm rot="-5400000">
            <a:off x="6050126" y="-494318"/>
            <a:ext cx="3183457" cy="3723602"/>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64"/>
          <p:cNvSpPr/>
          <p:nvPr/>
        </p:nvSpPr>
        <p:spPr>
          <a:xfrm rot="-5400000">
            <a:off x="7829613" y="173953"/>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64"/>
          <p:cNvSpPr/>
          <p:nvPr/>
        </p:nvSpPr>
        <p:spPr>
          <a:xfrm rot="5400000">
            <a:off x="263245" y="-1358480"/>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64"/>
          <p:cNvSpPr/>
          <p:nvPr/>
        </p:nvSpPr>
        <p:spPr>
          <a:xfrm rot="5400000">
            <a:off x="-2117939" y="1205889"/>
            <a:ext cx="6324034" cy="2907285"/>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4"/>
          <p:cNvSpPr/>
          <p:nvPr/>
        </p:nvSpPr>
        <p:spPr>
          <a:xfrm rot="5400000">
            <a:off x="-562154" y="-349897"/>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1" name="Shape 61"/>
        <p:cNvGrpSpPr/>
        <p:nvPr/>
      </p:nvGrpSpPr>
      <p:grpSpPr>
        <a:xfrm>
          <a:off x="0" y="0"/>
          <a:ext cx="0" cy="0"/>
          <a:chOff x="0" y="0"/>
          <a:chExt cx="0" cy="0"/>
        </a:xfrm>
      </p:grpSpPr>
      <p:sp>
        <p:nvSpPr>
          <p:cNvPr id="62" name="Google Shape;62;p66"/>
          <p:cNvSpPr txBox="1"/>
          <p:nvPr>
            <p:ph type="title"/>
          </p:nvPr>
        </p:nvSpPr>
        <p:spPr>
          <a:xfrm>
            <a:off x="715100" y="535000"/>
            <a:ext cx="4360500" cy="897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solidFill>
                  <a:schemeClr val="dk1"/>
                </a:solidFill>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ittle Only 2 1">
  <p:cSld name=" Tittle Only 2">
    <p:spTree>
      <p:nvGrpSpPr>
        <p:cNvPr id="63" name="Shape 63"/>
        <p:cNvGrpSpPr/>
        <p:nvPr/>
      </p:nvGrpSpPr>
      <p:grpSpPr>
        <a:xfrm>
          <a:off x="0" y="0"/>
          <a:ext cx="0" cy="0"/>
          <a:chOff x="0" y="0"/>
          <a:chExt cx="0" cy="0"/>
        </a:xfrm>
      </p:grpSpPr>
      <p:sp>
        <p:nvSpPr>
          <p:cNvPr id="64" name="Google Shape;64;g1bbaa8f0957_4_173"/>
          <p:cNvSpPr/>
          <p:nvPr/>
        </p:nvSpPr>
        <p:spPr>
          <a:xfrm rot="10800000">
            <a:off x="-1899393" y="4014540"/>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g1bbaa8f0957_4_173"/>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66" name="Google Shape;66;g1bbaa8f0957_4_173"/>
          <p:cNvSpPr/>
          <p:nvPr/>
        </p:nvSpPr>
        <p:spPr>
          <a:xfrm rot="-5400000">
            <a:off x="7829613" y="173953"/>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ittle Only 1 1">
  <p:cSld name=" Tittle Only 1">
    <p:spTree>
      <p:nvGrpSpPr>
        <p:cNvPr id="67" name="Shape 67"/>
        <p:cNvGrpSpPr/>
        <p:nvPr/>
      </p:nvGrpSpPr>
      <p:grpSpPr>
        <a:xfrm>
          <a:off x="0" y="0"/>
          <a:ext cx="0" cy="0"/>
          <a:chOff x="0" y="0"/>
          <a:chExt cx="0" cy="0"/>
        </a:xfrm>
      </p:grpSpPr>
      <p:sp>
        <p:nvSpPr>
          <p:cNvPr id="68" name="Google Shape;68;g1bbaa8f0957_4_177"/>
          <p:cNvSpPr/>
          <p:nvPr/>
        </p:nvSpPr>
        <p:spPr>
          <a:xfrm>
            <a:off x="6053282" y="-402610"/>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g1bbaa8f0957_4_177"/>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70" name="Google Shape;70;g1bbaa8f0957_4_177"/>
          <p:cNvSpPr/>
          <p:nvPr/>
        </p:nvSpPr>
        <p:spPr>
          <a:xfrm rot="10800000">
            <a:off x="7074850" y="-62625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2"/>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71" name="Shape 71"/>
        <p:cNvGrpSpPr/>
        <p:nvPr/>
      </p:nvGrpSpPr>
      <p:grpSpPr>
        <a:xfrm>
          <a:off x="0" y="0"/>
          <a:ext cx="0" cy="0"/>
          <a:chOff x="0" y="0"/>
          <a:chExt cx="0" cy="0"/>
        </a:xfrm>
      </p:grpSpPr>
      <p:sp>
        <p:nvSpPr>
          <p:cNvPr id="72" name="Google Shape;72;p57"/>
          <p:cNvSpPr txBox="1"/>
          <p:nvPr>
            <p:ph idx="1" type="subTitle"/>
          </p:nvPr>
        </p:nvSpPr>
        <p:spPr>
          <a:xfrm>
            <a:off x="813150" y="2327525"/>
            <a:ext cx="3556800" cy="1546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rgbClr val="000000"/>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3" name="Google Shape;73;p57"/>
          <p:cNvSpPr txBox="1"/>
          <p:nvPr>
            <p:ph type="title"/>
          </p:nvPr>
        </p:nvSpPr>
        <p:spPr>
          <a:xfrm>
            <a:off x="813150" y="1567975"/>
            <a:ext cx="45522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74" name="Google Shape;74;p57"/>
          <p:cNvSpPr/>
          <p:nvPr/>
        </p:nvSpPr>
        <p:spPr>
          <a:xfrm>
            <a:off x="-917811" y="3189990"/>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57"/>
          <p:cNvSpPr/>
          <p:nvPr/>
        </p:nvSpPr>
        <p:spPr>
          <a:xfrm>
            <a:off x="-869885" y="3849437"/>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rgbClr val="BCDFF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7"/>
          <p:cNvSpPr/>
          <p:nvPr/>
        </p:nvSpPr>
        <p:spPr>
          <a:xfrm>
            <a:off x="-869885" y="3661564"/>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74"/>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79" name="Google Shape;79;p74"/>
          <p:cNvSpPr txBox="1"/>
          <p:nvPr>
            <p:ph idx="1" type="body"/>
          </p:nvPr>
        </p:nvSpPr>
        <p:spPr>
          <a:xfrm>
            <a:off x="720000" y="1152475"/>
            <a:ext cx="33222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rgbClr val="434343"/>
              </a:buClr>
              <a:buSzPts val="1400"/>
              <a:buChar char="●"/>
              <a:defRPr sz="1400">
                <a:solidFill>
                  <a:srgbClr val="434343"/>
                </a:solidFill>
              </a:defRPr>
            </a:lvl1pPr>
            <a:lvl2pPr indent="-317500" lvl="1" marL="914400" algn="l">
              <a:lnSpc>
                <a:spcPct val="115000"/>
              </a:lnSpc>
              <a:spcBef>
                <a:spcPts val="0"/>
              </a:spcBef>
              <a:spcAft>
                <a:spcPts val="0"/>
              </a:spcAft>
              <a:buClr>
                <a:srgbClr val="434343"/>
              </a:buClr>
              <a:buSzPts val="1400"/>
              <a:buChar char="○"/>
              <a:defRPr>
                <a:solidFill>
                  <a:srgbClr val="434343"/>
                </a:solidFill>
              </a:defRPr>
            </a:lvl2pPr>
            <a:lvl3pPr indent="-317500" lvl="2" marL="1371600" algn="l">
              <a:lnSpc>
                <a:spcPct val="115000"/>
              </a:lnSpc>
              <a:spcBef>
                <a:spcPts val="0"/>
              </a:spcBef>
              <a:spcAft>
                <a:spcPts val="0"/>
              </a:spcAft>
              <a:buClr>
                <a:srgbClr val="434343"/>
              </a:buClr>
              <a:buSzPts val="1400"/>
              <a:buChar char="■"/>
              <a:defRPr>
                <a:solidFill>
                  <a:srgbClr val="434343"/>
                </a:solidFill>
              </a:defRPr>
            </a:lvl3pPr>
            <a:lvl4pPr indent="-317500" lvl="3" marL="1828800" algn="l">
              <a:lnSpc>
                <a:spcPct val="115000"/>
              </a:lnSpc>
              <a:spcBef>
                <a:spcPts val="0"/>
              </a:spcBef>
              <a:spcAft>
                <a:spcPts val="0"/>
              </a:spcAft>
              <a:buClr>
                <a:srgbClr val="434343"/>
              </a:buClr>
              <a:buSzPts val="1400"/>
              <a:buChar char="●"/>
              <a:defRPr>
                <a:solidFill>
                  <a:srgbClr val="434343"/>
                </a:solidFill>
              </a:defRPr>
            </a:lvl4pPr>
            <a:lvl5pPr indent="-317500" lvl="4" marL="2286000" algn="l">
              <a:lnSpc>
                <a:spcPct val="115000"/>
              </a:lnSpc>
              <a:spcBef>
                <a:spcPts val="0"/>
              </a:spcBef>
              <a:spcAft>
                <a:spcPts val="0"/>
              </a:spcAft>
              <a:buClr>
                <a:srgbClr val="434343"/>
              </a:buClr>
              <a:buSzPts val="1400"/>
              <a:buChar char="○"/>
              <a:defRPr>
                <a:solidFill>
                  <a:srgbClr val="434343"/>
                </a:solidFill>
              </a:defRPr>
            </a:lvl5pPr>
            <a:lvl6pPr indent="-317500" lvl="5" marL="2743200" algn="l">
              <a:lnSpc>
                <a:spcPct val="115000"/>
              </a:lnSpc>
              <a:spcBef>
                <a:spcPts val="0"/>
              </a:spcBef>
              <a:spcAft>
                <a:spcPts val="0"/>
              </a:spcAft>
              <a:buClr>
                <a:srgbClr val="434343"/>
              </a:buClr>
              <a:buSzPts val="1400"/>
              <a:buChar char="■"/>
              <a:defRPr>
                <a:solidFill>
                  <a:srgbClr val="434343"/>
                </a:solidFill>
              </a:defRPr>
            </a:lvl6pPr>
            <a:lvl7pPr indent="-317500" lvl="6" marL="3200400" algn="l">
              <a:lnSpc>
                <a:spcPct val="115000"/>
              </a:lnSpc>
              <a:spcBef>
                <a:spcPts val="0"/>
              </a:spcBef>
              <a:spcAft>
                <a:spcPts val="0"/>
              </a:spcAft>
              <a:buClr>
                <a:srgbClr val="434343"/>
              </a:buClr>
              <a:buSzPts val="1400"/>
              <a:buChar char="●"/>
              <a:defRPr>
                <a:solidFill>
                  <a:srgbClr val="434343"/>
                </a:solidFill>
              </a:defRPr>
            </a:lvl7pPr>
            <a:lvl8pPr indent="-317500" lvl="7" marL="3657600" algn="l">
              <a:lnSpc>
                <a:spcPct val="115000"/>
              </a:lnSpc>
              <a:spcBef>
                <a:spcPts val="0"/>
              </a:spcBef>
              <a:spcAft>
                <a:spcPts val="0"/>
              </a:spcAft>
              <a:buClr>
                <a:srgbClr val="434343"/>
              </a:buClr>
              <a:buSzPts val="1400"/>
              <a:buChar char="○"/>
              <a:defRPr>
                <a:solidFill>
                  <a:srgbClr val="434343"/>
                </a:solidFill>
              </a:defRPr>
            </a:lvl8pPr>
            <a:lvl9pPr indent="-317500" lvl="8" marL="4114800" algn="l">
              <a:lnSpc>
                <a:spcPct val="115000"/>
              </a:lnSpc>
              <a:spcBef>
                <a:spcPts val="0"/>
              </a:spcBef>
              <a:spcAft>
                <a:spcPts val="0"/>
              </a:spcAft>
              <a:buClr>
                <a:srgbClr val="434343"/>
              </a:buClr>
              <a:buSzPts val="1400"/>
              <a:buChar char="■"/>
              <a:defRPr>
                <a:solidFill>
                  <a:srgbClr val="434343"/>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0" name="Shape 80"/>
        <p:cNvGrpSpPr/>
        <p:nvPr/>
      </p:nvGrpSpPr>
      <p:grpSpPr>
        <a:xfrm>
          <a:off x="0" y="0"/>
          <a:ext cx="0" cy="0"/>
          <a:chOff x="0" y="0"/>
          <a:chExt cx="0" cy="0"/>
        </a:xfrm>
      </p:grpSpPr>
      <p:sp>
        <p:nvSpPr>
          <p:cNvPr id="81" name="Google Shape;81;p75"/>
          <p:cNvSpPr txBox="1"/>
          <p:nvPr>
            <p:ph type="title"/>
          </p:nvPr>
        </p:nvSpPr>
        <p:spPr>
          <a:xfrm>
            <a:off x="1388100" y="1307100"/>
            <a:ext cx="63678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76"/>
          <p:cNvSpPr txBox="1"/>
          <p:nvPr>
            <p:ph type="title"/>
          </p:nvPr>
        </p:nvSpPr>
        <p:spPr>
          <a:xfrm>
            <a:off x="720000" y="367423"/>
            <a:ext cx="77040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84" name="Google Shape;84;p76"/>
          <p:cNvSpPr txBox="1"/>
          <p:nvPr>
            <p:ph idx="1" type="subTitle"/>
          </p:nvPr>
        </p:nvSpPr>
        <p:spPr>
          <a:xfrm>
            <a:off x="2241550" y="1348750"/>
            <a:ext cx="4661100" cy="168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85" name="Shape 85"/>
        <p:cNvGrpSpPr/>
        <p:nvPr/>
      </p:nvGrpSpPr>
      <p:grpSpPr>
        <a:xfrm>
          <a:off x="0" y="0"/>
          <a:ext cx="0" cy="0"/>
          <a:chOff x="0" y="0"/>
          <a:chExt cx="0" cy="0"/>
        </a:xfrm>
      </p:grpSpPr>
      <p:sp>
        <p:nvSpPr>
          <p:cNvPr id="86" name="Google Shape;86;p78"/>
          <p:cNvSpPr txBox="1"/>
          <p:nvPr>
            <p:ph idx="1" type="subTitle"/>
          </p:nvPr>
        </p:nvSpPr>
        <p:spPr>
          <a:xfrm>
            <a:off x="1181425" y="2303125"/>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sz="2500">
                <a:latin typeface="Bebas Neue"/>
                <a:ea typeface="Bebas Neue"/>
                <a:cs typeface="Bebas Neue"/>
                <a:sym typeface="Bebas Neue"/>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87" name="Google Shape;87;p78"/>
          <p:cNvSpPr txBox="1"/>
          <p:nvPr>
            <p:ph idx="2" type="subTitle"/>
          </p:nvPr>
        </p:nvSpPr>
        <p:spPr>
          <a:xfrm>
            <a:off x="4836300" y="2303125"/>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sz="2500">
                <a:latin typeface="Bebas Neue"/>
                <a:ea typeface="Bebas Neue"/>
                <a:cs typeface="Bebas Neue"/>
                <a:sym typeface="Bebas Neue"/>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88" name="Google Shape;88;p78"/>
          <p:cNvSpPr txBox="1"/>
          <p:nvPr>
            <p:ph idx="3" type="subTitle"/>
          </p:nvPr>
        </p:nvSpPr>
        <p:spPr>
          <a:xfrm>
            <a:off x="1181425" y="2917150"/>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9" name="Google Shape;89;p78"/>
          <p:cNvSpPr txBox="1"/>
          <p:nvPr>
            <p:ph idx="4" type="subTitle"/>
          </p:nvPr>
        </p:nvSpPr>
        <p:spPr>
          <a:xfrm>
            <a:off x="4836300" y="2917150"/>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0" name="Google Shape;90;p78"/>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91" name="Shape 91"/>
        <p:cNvGrpSpPr/>
        <p:nvPr/>
      </p:nvGrpSpPr>
      <p:grpSpPr>
        <a:xfrm>
          <a:off x="0" y="0"/>
          <a:ext cx="0" cy="0"/>
          <a:chOff x="0" y="0"/>
          <a:chExt cx="0" cy="0"/>
        </a:xfrm>
      </p:grpSpPr>
      <p:sp>
        <p:nvSpPr>
          <p:cNvPr id="92" name="Google Shape;92;p79"/>
          <p:cNvSpPr txBox="1"/>
          <p:nvPr>
            <p:ph type="title"/>
          </p:nvPr>
        </p:nvSpPr>
        <p:spPr>
          <a:xfrm>
            <a:off x="1195863" y="16828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93" name="Google Shape;93;p79"/>
          <p:cNvSpPr txBox="1"/>
          <p:nvPr>
            <p:ph idx="1" type="subTitle"/>
          </p:nvPr>
        </p:nvSpPr>
        <p:spPr>
          <a:xfrm>
            <a:off x="1195863" y="22693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4" name="Google Shape;94;p79"/>
          <p:cNvSpPr txBox="1"/>
          <p:nvPr>
            <p:ph idx="2" type="title"/>
          </p:nvPr>
        </p:nvSpPr>
        <p:spPr>
          <a:xfrm>
            <a:off x="5081043" y="16828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95" name="Google Shape;95;p79"/>
          <p:cNvSpPr txBox="1"/>
          <p:nvPr>
            <p:ph idx="3" type="subTitle"/>
          </p:nvPr>
        </p:nvSpPr>
        <p:spPr>
          <a:xfrm>
            <a:off x="5081043" y="22693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6" name="Google Shape;96;p79"/>
          <p:cNvSpPr txBox="1"/>
          <p:nvPr>
            <p:ph idx="4" type="title"/>
          </p:nvPr>
        </p:nvSpPr>
        <p:spPr>
          <a:xfrm>
            <a:off x="1195863" y="31162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97" name="Google Shape;97;p79"/>
          <p:cNvSpPr txBox="1"/>
          <p:nvPr>
            <p:ph idx="5" type="subTitle"/>
          </p:nvPr>
        </p:nvSpPr>
        <p:spPr>
          <a:xfrm>
            <a:off x="1195863" y="37027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8" name="Google Shape;98;p79"/>
          <p:cNvSpPr txBox="1"/>
          <p:nvPr>
            <p:ph idx="6" type="title"/>
          </p:nvPr>
        </p:nvSpPr>
        <p:spPr>
          <a:xfrm>
            <a:off x="5081043" y="31162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99" name="Google Shape;99;p79"/>
          <p:cNvSpPr txBox="1"/>
          <p:nvPr>
            <p:ph idx="7" type="subTitle"/>
          </p:nvPr>
        </p:nvSpPr>
        <p:spPr>
          <a:xfrm>
            <a:off x="5081043" y="37027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0" name="Google Shape;100;p79"/>
          <p:cNvSpPr txBox="1"/>
          <p:nvPr>
            <p:ph idx="8"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01" name="Shape 101"/>
        <p:cNvGrpSpPr/>
        <p:nvPr/>
      </p:nvGrpSpPr>
      <p:grpSpPr>
        <a:xfrm>
          <a:off x="0" y="0"/>
          <a:ext cx="0" cy="0"/>
          <a:chOff x="0" y="0"/>
          <a:chExt cx="0" cy="0"/>
        </a:xfrm>
      </p:grpSpPr>
      <p:sp>
        <p:nvSpPr>
          <p:cNvPr id="102" name="Google Shape;102;p80"/>
          <p:cNvSpPr txBox="1"/>
          <p:nvPr>
            <p:ph type="title"/>
          </p:nvPr>
        </p:nvSpPr>
        <p:spPr>
          <a:xfrm>
            <a:off x="720000" y="16828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03" name="Google Shape;103;p80"/>
          <p:cNvSpPr txBox="1"/>
          <p:nvPr>
            <p:ph idx="1" type="subTitle"/>
          </p:nvPr>
        </p:nvSpPr>
        <p:spPr>
          <a:xfrm>
            <a:off x="720000" y="22693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4" name="Google Shape;104;p80"/>
          <p:cNvSpPr txBox="1"/>
          <p:nvPr>
            <p:ph idx="2" type="title"/>
          </p:nvPr>
        </p:nvSpPr>
        <p:spPr>
          <a:xfrm>
            <a:off x="3419269" y="16828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05" name="Google Shape;105;p80"/>
          <p:cNvSpPr txBox="1"/>
          <p:nvPr>
            <p:ph idx="3" type="subTitle"/>
          </p:nvPr>
        </p:nvSpPr>
        <p:spPr>
          <a:xfrm>
            <a:off x="3419269" y="22693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6" name="Google Shape;106;p80"/>
          <p:cNvSpPr txBox="1"/>
          <p:nvPr>
            <p:ph idx="4" type="title"/>
          </p:nvPr>
        </p:nvSpPr>
        <p:spPr>
          <a:xfrm>
            <a:off x="720000" y="31162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07" name="Google Shape;107;p80"/>
          <p:cNvSpPr txBox="1"/>
          <p:nvPr>
            <p:ph idx="5" type="subTitle"/>
          </p:nvPr>
        </p:nvSpPr>
        <p:spPr>
          <a:xfrm>
            <a:off x="720000" y="37027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8" name="Google Shape;108;p80"/>
          <p:cNvSpPr txBox="1"/>
          <p:nvPr>
            <p:ph idx="6" type="title"/>
          </p:nvPr>
        </p:nvSpPr>
        <p:spPr>
          <a:xfrm>
            <a:off x="3419269" y="31162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09" name="Google Shape;109;p80"/>
          <p:cNvSpPr txBox="1"/>
          <p:nvPr>
            <p:ph idx="7" type="subTitle"/>
          </p:nvPr>
        </p:nvSpPr>
        <p:spPr>
          <a:xfrm>
            <a:off x="3419269" y="37027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0" name="Google Shape;110;p80"/>
          <p:cNvSpPr txBox="1"/>
          <p:nvPr>
            <p:ph idx="8" type="title"/>
          </p:nvPr>
        </p:nvSpPr>
        <p:spPr>
          <a:xfrm>
            <a:off x="6118545" y="16828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11" name="Google Shape;111;p80"/>
          <p:cNvSpPr txBox="1"/>
          <p:nvPr>
            <p:ph idx="9" type="subTitle"/>
          </p:nvPr>
        </p:nvSpPr>
        <p:spPr>
          <a:xfrm>
            <a:off x="6118545" y="22693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2" name="Google Shape;112;p80"/>
          <p:cNvSpPr txBox="1"/>
          <p:nvPr>
            <p:ph idx="13" type="title"/>
          </p:nvPr>
        </p:nvSpPr>
        <p:spPr>
          <a:xfrm>
            <a:off x="6118545" y="31162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13" name="Google Shape;113;p80"/>
          <p:cNvSpPr txBox="1"/>
          <p:nvPr>
            <p:ph idx="14" type="subTitle"/>
          </p:nvPr>
        </p:nvSpPr>
        <p:spPr>
          <a:xfrm>
            <a:off x="6118545" y="37027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4" name="Google Shape;114;p80"/>
          <p:cNvSpPr txBox="1"/>
          <p:nvPr>
            <p:ph idx="15"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15" name="Shape 115"/>
        <p:cNvGrpSpPr/>
        <p:nvPr/>
      </p:nvGrpSpPr>
      <p:grpSpPr>
        <a:xfrm>
          <a:off x="0" y="0"/>
          <a:ext cx="0" cy="0"/>
          <a:chOff x="0" y="0"/>
          <a:chExt cx="0" cy="0"/>
        </a:xfrm>
      </p:grpSpPr>
      <p:sp>
        <p:nvSpPr>
          <p:cNvPr id="116" name="Google Shape;116;p81"/>
          <p:cNvSpPr/>
          <p:nvPr/>
        </p:nvSpPr>
        <p:spPr>
          <a:xfrm rot="5400000">
            <a:off x="-524808" y="1494138"/>
            <a:ext cx="4714425" cy="448394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81"/>
          <p:cNvSpPr/>
          <p:nvPr/>
        </p:nvSpPr>
        <p:spPr>
          <a:xfrm rot="5400000">
            <a:off x="-5817" y="2639785"/>
            <a:ext cx="3183457" cy="3723602"/>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81"/>
          <p:cNvSpPr/>
          <p:nvPr/>
        </p:nvSpPr>
        <p:spPr>
          <a:xfrm rot="5400000">
            <a:off x="-674076" y="4419276"/>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81"/>
          <p:cNvSpPr/>
          <p:nvPr/>
        </p:nvSpPr>
        <p:spPr>
          <a:xfrm rot="-5400000">
            <a:off x="5073598" y="3095424"/>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81"/>
          <p:cNvSpPr/>
          <p:nvPr/>
        </p:nvSpPr>
        <p:spPr>
          <a:xfrm rot="-5400000">
            <a:off x="4698222" y="1827745"/>
            <a:ext cx="6324034" cy="2907285"/>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81"/>
          <p:cNvSpPr/>
          <p:nvPr/>
        </p:nvSpPr>
        <p:spPr>
          <a:xfrm rot="-5400000">
            <a:off x="5697212" y="2826735"/>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22" name="Shape 122"/>
        <p:cNvGrpSpPr/>
        <p:nvPr/>
      </p:nvGrpSpPr>
      <p:grpSpPr>
        <a:xfrm>
          <a:off x="0" y="0"/>
          <a:ext cx="0" cy="0"/>
          <a:chOff x="0" y="0"/>
          <a:chExt cx="0" cy="0"/>
        </a:xfrm>
      </p:grpSpPr>
      <p:sp>
        <p:nvSpPr>
          <p:cNvPr id="123" name="Google Shape;123;p82"/>
          <p:cNvSpPr/>
          <p:nvPr/>
        </p:nvSpPr>
        <p:spPr>
          <a:xfrm flipH="1">
            <a:off x="6761925" y="-156750"/>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82"/>
          <p:cNvSpPr/>
          <p:nvPr/>
        </p:nvSpPr>
        <p:spPr>
          <a:xfrm rot="10800000">
            <a:off x="6946525" y="-754575"/>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82"/>
          <p:cNvSpPr/>
          <p:nvPr/>
        </p:nvSpPr>
        <p:spPr>
          <a:xfrm flipH="1" rot="10800000">
            <a:off x="-610111" y="-420997"/>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82"/>
          <p:cNvSpPr/>
          <p:nvPr/>
        </p:nvSpPr>
        <p:spPr>
          <a:xfrm flipH="1" rot="10800000">
            <a:off x="-562185" y="-205384"/>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82"/>
          <p:cNvSpPr/>
          <p:nvPr/>
        </p:nvSpPr>
        <p:spPr>
          <a:xfrm flipH="1" rot="10800000">
            <a:off x="-562185" y="-393259"/>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_1">
    <p:spTree>
      <p:nvGrpSpPr>
        <p:cNvPr id="128" name="Shape 128"/>
        <p:cNvGrpSpPr/>
        <p:nvPr/>
      </p:nvGrpSpPr>
      <p:grpSpPr>
        <a:xfrm>
          <a:off x="0" y="0"/>
          <a:ext cx="0" cy="0"/>
          <a:chOff x="0" y="0"/>
          <a:chExt cx="0" cy="0"/>
        </a:xfrm>
      </p:grpSpPr>
      <p:sp>
        <p:nvSpPr>
          <p:cNvPr id="129" name="Google Shape;129;p83"/>
          <p:cNvSpPr txBox="1"/>
          <p:nvPr>
            <p:ph idx="12" type="sldNum"/>
          </p:nvPr>
        </p:nvSpPr>
        <p:spPr>
          <a:xfrm>
            <a:off x="8404384" y="4673651"/>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30" name="Google Shape;130;p83"/>
          <p:cNvSpPr/>
          <p:nvPr/>
        </p:nvSpPr>
        <p:spPr>
          <a:xfrm flipH="1" rot="10800000">
            <a:off x="659175" y="-328750"/>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83"/>
          <p:cNvSpPr/>
          <p:nvPr/>
        </p:nvSpPr>
        <p:spPr>
          <a:xfrm flipH="1" rot="10800000">
            <a:off x="-154025" y="-157975"/>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83"/>
          <p:cNvSpPr/>
          <p:nvPr/>
        </p:nvSpPr>
        <p:spPr>
          <a:xfrm flipH="1" rot="10800000">
            <a:off x="-110700" y="-13290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83"/>
          <p:cNvSpPr/>
          <p:nvPr/>
        </p:nvSpPr>
        <p:spPr>
          <a:xfrm rot="10800000">
            <a:off x="6425950" y="2109538"/>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83"/>
          <p:cNvSpPr/>
          <p:nvPr/>
        </p:nvSpPr>
        <p:spPr>
          <a:xfrm rot="10800000">
            <a:off x="6267900" y="3462388"/>
            <a:ext cx="2911925" cy="1775125"/>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83"/>
          <p:cNvSpPr/>
          <p:nvPr/>
        </p:nvSpPr>
        <p:spPr>
          <a:xfrm rot="10800000">
            <a:off x="7368975" y="4533838"/>
            <a:ext cx="1810850" cy="703675"/>
          </a:xfrm>
          <a:custGeom>
            <a:rect b="b" l="l" r="r" t="t"/>
            <a:pathLst>
              <a:path extrusionOk="0" h="28147" w="72434">
                <a:moveTo>
                  <a:pt x="0" y="0"/>
                </a:moveTo>
                <a:lnTo>
                  <a:pt x="0" y="28147"/>
                </a:lnTo>
                <a:cubicBezTo>
                  <a:pt x="4012" y="26870"/>
                  <a:pt x="8177" y="26110"/>
                  <a:pt x="12310" y="25745"/>
                </a:cubicBezTo>
                <a:cubicBezTo>
                  <a:pt x="21247" y="24955"/>
                  <a:pt x="30274" y="25563"/>
                  <a:pt x="39180" y="24682"/>
                </a:cubicBezTo>
                <a:cubicBezTo>
                  <a:pt x="48117" y="23800"/>
                  <a:pt x="57235" y="21308"/>
                  <a:pt x="64074" y="15107"/>
                </a:cubicBezTo>
                <a:cubicBezTo>
                  <a:pt x="68299" y="11277"/>
                  <a:pt x="71400" y="5745"/>
                  <a:pt x="724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BLANK_1_1_1_1_1_1_1_1_1_1">
    <p:bg>
      <p:bgPr>
        <a:solidFill>
          <a:srgbClr val="46A9E7">
            <a:alpha val="5490"/>
          </a:srgbClr>
        </a:solidFill>
      </p:bgPr>
    </p:bg>
    <p:spTree>
      <p:nvGrpSpPr>
        <p:cNvPr id="136" name="Shape 136"/>
        <p:cNvGrpSpPr/>
        <p:nvPr/>
      </p:nvGrpSpPr>
      <p:grpSpPr>
        <a:xfrm>
          <a:off x="0" y="0"/>
          <a:ext cx="0" cy="0"/>
          <a:chOff x="0" y="0"/>
          <a:chExt cx="0" cy="0"/>
        </a:xfrm>
      </p:grpSpPr>
      <p:sp>
        <p:nvSpPr>
          <p:cNvPr id="137" name="Google Shape;137;p84"/>
          <p:cNvSpPr txBox="1"/>
          <p:nvPr>
            <p:ph idx="12" type="sldNum"/>
          </p:nvPr>
        </p:nvSpPr>
        <p:spPr>
          <a:xfrm flipH="1" rot="10800000">
            <a:off x="8404384" y="-34888"/>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38" name="Google Shape;138;p84"/>
          <p:cNvSpPr/>
          <p:nvPr/>
        </p:nvSpPr>
        <p:spPr>
          <a:xfrm>
            <a:off x="659175" y="3948438"/>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84"/>
          <p:cNvSpPr/>
          <p:nvPr/>
        </p:nvSpPr>
        <p:spPr>
          <a:xfrm>
            <a:off x="-154025" y="2625688"/>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84"/>
          <p:cNvSpPr/>
          <p:nvPr/>
        </p:nvSpPr>
        <p:spPr>
          <a:xfrm>
            <a:off x="-110700" y="3051988"/>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84"/>
          <p:cNvSpPr/>
          <p:nvPr/>
        </p:nvSpPr>
        <p:spPr>
          <a:xfrm flipH="1">
            <a:off x="6425950" y="-328750"/>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84"/>
          <p:cNvSpPr/>
          <p:nvPr/>
        </p:nvSpPr>
        <p:spPr>
          <a:xfrm flipH="1">
            <a:off x="6267900" y="-205150"/>
            <a:ext cx="2911925" cy="1775125"/>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84"/>
          <p:cNvSpPr/>
          <p:nvPr/>
        </p:nvSpPr>
        <p:spPr>
          <a:xfrm flipH="1">
            <a:off x="7368975" y="-205150"/>
            <a:ext cx="1810850" cy="703675"/>
          </a:xfrm>
          <a:custGeom>
            <a:rect b="b" l="l" r="r" t="t"/>
            <a:pathLst>
              <a:path extrusionOk="0" h="28147" w="72434">
                <a:moveTo>
                  <a:pt x="0" y="0"/>
                </a:moveTo>
                <a:lnTo>
                  <a:pt x="0" y="28147"/>
                </a:lnTo>
                <a:cubicBezTo>
                  <a:pt x="4012" y="26870"/>
                  <a:pt x="8177" y="26110"/>
                  <a:pt x="12310" y="25745"/>
                </a:cubicBezTo>
                <a:cubicBezTo>
                  <a:pt x="21247" y="24955"/>
                  <a:pt x="30274" y="25563"/>
                  <a:pt x="39180" y="24682"/>
                </a:cubicBezTo>
                <a:cubicBezTo>
                  <a:pt x="48117" y="23800"/>
                  <a:pt x="57235" y="21308"/>
                  <a:pt x="64074" y="15107"/>
                </a:cubicBezTo>
                <a:cubicBezTo>
                  <a:pt x="68299" y="11277"/>
                  <a:pt x="71400" y="5745"/>
                  <a:pt x="724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Quote">
    <p:bg>
      <p:bgPr>
        <a:solidFill>
          <a:srgbClr val="46A9E7">
            <a:alpha val="5490"/>
          </a:srgbClr>
        </a:solidFill>
      </p:bgPr>
    </p:bg>
    <p:spTree>
      <p:nvGrpSpPr>
        <p:cNvPr id="144" name="Shape 144"/>
        <p:cNvGrpSpPr/>
        <p:nvPr/>
      </p:nvGrpSpPr>
      <p:grpSpPr>
        <a:xfrm>
          <a:off x="0" y="0"/>
          <a:ext cx="0" cy="0"/>
          <a:chOff x="0" y="0"/>
          <a:chExt cx="0" cy="0"/>
        </a:xfrm>
      </p:grpSpPr>
      <p:sp>
        <p:nvSpPr>
          <p:cNvPr id="145" name="Google Shape;145;g1bbaa8f0957_4_163"/>
          <p:cNvSpPr txBox="1"/>
          <p:nvPr>
            <p:ph type="title"/>
          </p:nvPr>
        </p:nvSpPr>
        <p:spPr>
          <a:xfrm>
            <a:off x="2290025" y="3185288"/>
            <a:ext cx="4563900" cy="531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200">
                <a:solidFill>
                  <a:srgbClr val="46A9E7"/>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46" name="Google Shape;146;g1bbaa8f0957_4_163"/>
          <p:cNvSpPr txBox="1"/>
          <p:nvPr>
            <p:ph idx="1" type="subTitle"/>
          </p:nvPr>
        </p:nvSpPr>
        <p:spPr>
          <a:xfrm>
            <a:off x="1708625" y="1426325"/>
            <a:ext cx="5726700" cy="1640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solidFill>
                  <a:schemeClr val="lt1"/>
                </a:solidFill>
                <a:latin typeface="Anaheim"/>
                <a:ea typeface="Anaheim"/>
                <a:cs typeface="Anaheim"/>
                <a:sym typeface="Anaheim"/>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47" name="Google Shape;147;g1bbaa8f0957_4_163"/>
          <p:cNvSpPr txBox="1"/>
          <p:nvPr>
            <p:ph idx="12" type="sldNum"/>
          </p:nvPr>
        </p:nvSpPr>
        <p:spPr>
          <a:xfrm>
            <a:off x="8404384" y="4673651"/>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48" name="Google Shape;148;g1bbaa8f0957_4_163"/>
          <p:cNvSpPr/>
          <p:nvPr/>
        </p:nvSpPr>
        <p:spPr>
          <a:xfrm flipH="1" rot="10800000">
            <a:off x="659175" y="-328750"/>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g1bbaa8f0957_4_163"/>
          <p:cNvSpPr/>
          <p:nvPr/>
        </p:nvSpPr>
        <p:spPr>
          <a:xfrm flipH="1" rot="10800000">
            <a:off x="-154025" y="-157975"/>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g1bbaa8f0957_4_163"/>
          <p:cNvSpPr/>
          <p:nvPr/>
        </p:nvSpPr>
        <p:spPr>
          <a:xfrm flipH="1" rot="10800000">
            <a:off x="-110700" y="-13290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1bbaa8f0957_4_163"/>
          <p:cNvSpPr/>
          <p:nvPr/>
        </p:nvSpPr>
        <p:spPr>
          <a:xfrm rot="10800000">
            <a:off x="6425950" y="2109538"/>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g1bbaa8f0957_4_163"/>
          <p:cNvSpPr/>
          <p:nvPr/>
        </p:nvSpPr>
        <p:spPr>
          <a:xfrm rot="10800000">
            <a:off x="6267900" y="3462388"/>
            <a:ext cx="2911925" cy="1775125"/>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g1bbaa8f0957_4_163"/>
          <p:cNvSpPr/>
          <p:nvPr/>
        </p:nvSpPr>
        <p:spPr>
          <a:xfrm rot="10800000">
            <a:off x="7368975" y="4533838"/>
            <a:ext cx="1810850" cy="703675"/>
          </a:xfrm>
          <a:custGeom>
            <a:rect b="b" l="l" r="r" t="t"/>
            <a:pathLst>
              <a:path extrusionOk="0" h="28147" w="72434">
                <a:moveTo>
                  <a:pt x="0" y="0"/>
                </a:moveTo>
                <a:lnTo>
                  <a:pt x="0" y="28147"/>
                </a:lnTo>
                <a:cubicBezTo>
                  <a:pt x="4012" y="26870"/>
                  <a:pt x="8177" y="26110"/>
                  <a:pt x="12310" y="25745"/>
                </a:cubicBezTo>
                <a:cubicBezTo>
                  <a:pt x="21247" y="24955"/>
                  <a:pt x="30274" y="25563"/>
                  <a:pt x="39180" y="24682"/>
                </a:cubicBezTo>
                <a:cubicBezTo>
                  <a:pt x="48117" y="23800"/>
                  <a:pt x="57235" y="21308"/>
                  <a:pt x="64074" y="15107"/>
                </a:cubicBezTo>
                <a:cubicBezTo>
                  <a:pt x="68299" y="11277"/>
                  <a:pt x="71400" y="5745"/>
                  <a:pt x="724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ittle Only 2">
  <p:cSld name="TITLE_ONLY_1_1">
    <p:spTree>
      <p:nvGrpSpPr>
        <p:cNvPr id="157" name="Shape 157"/>
        <p:cNvGrpSpPr/>
        <p:nvPr/>
      </p:nvGrpSpPr>
      <p:grpSpPr>
        <a:xfrm>
          <a:off x="0" y="0"/>
          <a:ext cx="0" cy="0"/>
          <a:chOff x="0" y="0"/>
          <a:chExt cx="0" cy="0"/>
        </a:xfrm>
      </p:grpSpPr>
      <p:sp>
        <p:nvSpPr>
          <p:cNvPr id="158" name="Google Shape;158;g1bbaa8f0957_2_498"/>
          <p:cNvSpPr/>
          <p:nvPr/>
        </p:nvSpPr>
        <p:spPr>
          <a:xfrm rot="10800000">
            <a:off x="-1899393" y="4014540"/>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g1bbaa8f0957_2_498"/>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60" name="Google Shape;160;g1bbaa8f0957_2_498"/>
          <p:cNvSpPr/>
          <p:nvPr/>
        </p:nvSpPr>
        <p:spPr>
          <a:xfrm rot="-5400000">
            <a:off x="7829613" y="173953"/>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46A9E7">
            <a:alpha val="6274"/>
          </a:srgbClr>
        </a:solidFill>
      </p:bgPr>
    </p:bg>
    <p:spTree>
      <p:nvGrpSpPr>
        <p:cNvPr id="161" name="Shape 161"/>
        <p:cNvGrpSpPr/>
        <p:nvPr/>
      </p:nvGrpSpPr>
      <p:grpSpPr>
        <a:xfrm>
          <a:off x="0" y="0"/>
          <a:ext cx="0" cy="0"/>
          <a:chOff x="0" y="0"/>
          <a:chExt cx="0" cy="0"/>
        </a:xfrm>
      </p:grpSpPr>
      <p:sp>
        <p:nvSpPr>
          <p:cNvPr id="162" name="Google Shape;162;g1bbaa8f0957_2_484"/>
          <p:cNvSpPr txBox="1"/>
          <p:nvPr>
            <p:ph type="title"/>
          </p:nvPr>
        </p:nvSpPr>
        <p:spPr>
          <a:xfrm>
            <a:off x="720000" y="2344400"/>
            <a:ext cx="77040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63" name="Google Shape;163;g1bbaa8f0957_2_484"/>
          <p:cNvSpPr txBox="1"/>
          <p:nvPr>
            <p:ph idx="2" type="title"/>
          </p:nvPr>
        </p:nvSpPr>
        <p:spPr>
          <a:xfrm>
            <a:off x="2996550" y="1502600"/>
            <a:ext cx="31509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64" name="Google Shape;164;g1bbaa8f0957_2_484"/>
          <p:cNvSpPr txBox="1"/>
          <p:nvPr>
            <p:ph idx="1" type="subTitle"/>
          </p:nvPr>
        </p:nvSpPr>
        <p:spPr>
          <a:xfrm>
            <a:off x="2391925" y="3132175"/>
            <a:ext cx="43602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165" name="Google Shape;165;g1bbaa8f0957_2_484"/>
          <p:cNvSpPr/>
          <p:nvPr/>
        </p:nvSpPr>
        <p:spPr>
          <a:xfrm rot="-5400000">
            <a:off x="5038149" y="-109009"/>
            <a:ext cx="4714425" cy="448394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g1bbaa8f0957_2_484"/>
          <p:cNvSpPr/>
          <p:nvPr/>
        </p:nvSpPr>
        <p:spPr>
          <a:xfrm rot="-5400000">
            <a:off x="6050126" y="-494318"/>
            <a:ext cx="3183457" cy="3723602"/>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g1bbaa8f0957_2_484"/>
          <p:cNvSpPr/>
          <p:nvPr/>
        </p:nvSpPr>
        <p:spPr>
          <a:xfrm rot="-5400000">
            <a:off x="7829613" y="173953"/>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g1bbaa8f0957_2_484"/>
          <p:cNvSpPr/>
          <p:nvPr/>
        </p:nvSpPr>
        <p:spPr>
          <a:xfrm rot="5400000">
            <a:off x="263245" y="-1358480"/>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g1bbaa8f0957_2_484"/>
          <p:cNvSpPr/>
          <p:nvPr/>
        </p:nvSpPr>
        <p:spPr>
          <a:xfrm rot="5400000">
            <a:off x="-2117939" y="1205889"/>
            <a:ext cx="6324034" cy="2907285"/>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g1bbaa8f0957_2_484"/>
          <p:cNvSpPr/>
          <p:nvPr/>
        </p:nvSpPr>
        <p:spPr>
          <a:xfrm rot="5400000">
            <a:off x="-562154" y="-349897"/>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ittle Only 1">
  <p:cSld name="TITLE_ONLY_1">
    <p:spTree>
      <p:nvGrpSpPr>
        <p:cNvPr id="171" name="Shape 171"/>
        <p:cNvGrpSpPr/>
        <p:nvPr/>
      </p:nvGrpSpPr>
      <p:grpSpPr>
        <a:xfrm>
          <a:off x="0" y="0"/>
          <a:ext cx="0" cy="0"/>
          <a:chOff x="0" y="0"/>
          <a:chExt cx="0" cy="0"/>
        </a:xfrm>
      </p:grpSpPr>
      <p:sp>
        <p:nvSpPr>
          <p:cNvPr id="172" name="Google Shape;172;g1bbaa8f0957_2_494"/>
          <p:cNvSpPr/>
          <p:nvPr/>
        </p:nvSpPr>
        <p:spPr>
          <a:xfrm>
            <a:off x="6053282" y="-402610"/>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g1bbaa8f0957_2_494"/>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74" name="Google Shape;174;g1bbaa8f0957_2_494"/>
          <p:cNvSpPr/>
          <p:nvPr/>
        </p:nvSpPr>
        <p:spPr>
          <a:xfrm rot="10800000">
            <a:off x="7074850" y="-62625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2"/>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5" name="Shape 175"/>
        <p:cNvGrpSpPr/>
        <p:nvPr/>
      </p:nvGrpSpPr>
      <p:grpSpPr>
        <a:xfrm>
          <a:off x="0" y="0"/>
          <a:ext cx="0" cy="0"/>
          <a:chOff x="0" y="0"/>
          <a:chExt cx="0" cy="0"/>
        </a:xfrm>
      </p:grpSpPr>
      <p:sp>
        <p:nvSpPr>
          <p:cNvPr id="176" name="Google Shape;176;g1bbaa8f0957_2_507"/>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77" name="Google Shape;177;g1bbaa8f0957_2_507"/>
          <p:cNvSpPr txBox="1"/>
          <p:nvPr>
            <p:ph idx="1" type="body"/>
          </p:nvPr>
        </p:nvSpPr>
        <p:spPr>
          <a:xfrm>
            <a:off x="720000" y="1152475"/>
            <a:ext cx="33222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rgbClr val="434343"/>
              </a:buClr>
              <a:buSzPts val="1400"/>
              <a:buChar char="●"/>
              <a:defRPr sz="1400">
                <a:solidFill>
                  <a:srgbClr val="434343"/>
                </a:solidFill>
              </a:defRPr>
            </a:lvl1pPr>
            <a:lvl2pPr indent="-317500" lvl="1" marL="914400" algn="l">
              <a:lnSpc>
                <a:spcPct val="115000"/>
              </a:lnSpc>
              <a:spcBef>
                <a:spcPts val="0"/>
              </a:spcBef>
              <a:spcAft>
                <a:spcPts val="0"/>
              </a:spcAft>
              <a:buClr>
                <a:srgbClr val="434343"/>
              </a:buClr>
              <a:buSzPts val="1400"/>
              <a:buChar char="○"/>
              <a:defRPr>
                <a:solidFill>
                  <a:srgbClr val="434343"/>
                </a:solidFill>
              </a:defRPr>
            </a:lvl2pPr>
            <a:lvl3pPr indent="-317500" lvl="2" marL="1371600" algn="l">
              <a:lnSpc>
                <a:spcPct val="115000"/>
              </a:lnSpc>
              <a:spcBef>
                <a:spcPts val="0"/>
              </a:spcBef>
              <a:spcAft>
                <a:spcPts val="0"/>
              </a:spcAft>
              <a:buClr>
                <a:srgbClr val="434343"/>
              </a:buClr>
              <a:buSzPts val="1400"/>
              <a:buChar char="■"/>
              <a:defRPr>
                <a:solidFill>
                  <a:srgbClr val="434343"/>
                </a:solidFill>
              </a:defRPr>
            </a:lvl3pPr>
            <a:lvl4pPr indent="-317500" lvl="3" marL="1828800" algn="l">
              <a:lnSpc>
                <a:spcPct val="115000"/>
              </a:lnSpc>
              <a:spcBef>
                <a:spcPts val="0"/>
              </a:spcBef>
              <a:spcAft>
                <a:spcPts val="0"/>
              </a:spcAft>
              <a:buClr>
                <a:srgbClr val="434343"/>
              </a:buClr>
              <a:buSzPts val="1400"/>
              <a:buChar char="●"/>
              <a:defRPr>
                <a:solidFill>
                  <a:srgbClr val="434343"/>
                </a:solidFill>
              </a:defRPr>
            </a:lvl4pPr>
            <a:lvl5pPr indent="-317500" lvl="4" marL="2286000" algn="l">
              <a:lnSpc>
                <a:spcPct val="115000"/>
              </a:lnSpc>
              <a:spcBef>
                <a:spcPts val="0"/>
              </a:spcBef>
              <a:spcAft>
                <a:spcPts val="0"/>
              </a:spcAft>
              <a:buClr>
                <a:srgbClr val="434343"/>
              </a:buClr>
              <a:buSzPts val="1400"/>
              <a:buChar char="○"/>
              <a:defRPr>
                <a:solidFill>
                  <a:srgbClr val="434343"/>
                </a:solidFill>
              </a:defRPr>
            </a:lvl5pPr>
            <a:lvl6pPr indent="-317500" lvl="5" marL="2743200" algn="l">
              <a:lnSpc>
                <a:spcPct val="115000"/>
              </a:lnSpc>
              <a:spcBef>
                <a:spcPts val="0"/>
              </a:spcBef>
              <a:spcAft>
                <a:spcPts val="0"/>
              </a:spcAft>
              <a:buClr>
                <a:srgbClr val="434343"/>
              </a:buClr>
              <a:buSzPts val="1400"/>
              <a:buChar char="■"/>
              <a:defRPr>
                <a:solidFill>
                  <a:srgbClr val="434343"/>
                </a:solidFill>
              </a:defRPr>
            </a:lvl6pPr>
            <a:lvl7pPr indent="-317500" lvl="6" marL="3200400" algn="l">
              <a:lnSpc>
                <a:spcPct val="115000"/>
              </a:lnSpc>
              <a:spcBef>
                <a:spcPts val="0"/>
              </a:spcBef>
              <a:spcAft>
                <a:spcPts val="0"/>
              </a:spcAft>
              <a:buClr>
                <a:srgbClr val="434343"/>
              </a:buClr>
              <a:buSzPts val="1400"/>
              <a:buChar char="●"/>
              <a:defRPr>
                <a:solidFill>
                  <a:srgbClr val="434343"/>
                </a:solidFill>
              </a:defRPr>
            </a:lvl7pPr>
            <a:lvl8pPr indent="-317500" lvl="7" marL="3657600" algn="l">
              <a:lnSpc>
                <a:spcPct val="115000"/>
              </a:lnSpc>
              <a:spcBef>
                <a:spcPts val="0"/>
              </a:spcBef>
              <a:spcAft>
                <a:spcPts val="0"/>
              </a:spcAft>
              <a:buClr>
                <a:srgbClr val="434343"/>
              </a:buClr>
              <a:buSzPts val="1400"/>
              <a:buChar char="○"/>
              <a:defRPr>
                <a:solidFill>
                  <a:srgbClr val="434343"/>
                </a:solidFill>
              </a:defRPr>
            </a:lvl8pPr>
            <a:lvl9pPr indent="-317500" lvl="8" marL="4114800" algn="l">
              <a:lnSpc>
                <a:spcPct val="115000"/>
              </a:lnSpc>
              <a:spcBef>
                <a:spcPts val="0"/>
              </a:spcBef>
              <a:spcAft>
                <a:spcPts val="0"/>
              </a:spcAft>
              <a:buClr>
                <a:srgbClr val="434343"/>
              </a:buClr>
              <a:buSzPts val="1400"/>
              <a:buChar char="■"/>
              <a:defRPr>
                <a:solidFill>
                  <a:srgbClr val="434343"/>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8" name="Shape 178"/>
        <p:cNvGrpSpPr/>
        <p:nvPr/>
      </p:nvGrpSpPr>
      <p:grpSpPr>
        <a:xfrm>
          <a:off x="0" y="0"/>
          <a:ext cx="0" cy="0"/>
          <a:chOff x="0" y="0"/>
          <a:chExt cx="0" cy="0"/>
        </a:xfrm>
      </p:grpSpPr>
      <p:sp>
        <p:nvSpPr>
          <p:cNvPr id="179" name="Google Shape;179;g1bbaa8f0957_2_502"/>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80" name="Google Shape;180;g1bbaa8f0957_2_502"/>
          <p:cNvSpPr/>
          <p:nvPr/>
        </p:nvSpPr>
        <p:spPr>
          <a:xfrm flipH="1">
            <a:off x="6531075" y="3775775"/>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g1bbaa8f0957_2_502"/>
          <p:cNvSpPr/>
          <p:nvPr/>
        </p:nvSpPr>
        <p:spPr>
          <a:xfrm flipH="1" rot="10800000">
            <a:off x="-126075" y="-872275"/>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g1bbaa8f0957_2_502"/>
          <p:cNvSpPr/>
          <p:nvPr/>
        </p:nvSpPr>
        <p:spPr>
          <a:xfrm flipH="1" rot="10800000">
            <a:off x="-858150" y="-225625"/>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사용자 지정 레이아웃">
  <p:cSld name="1_사용자 지정 레이아웃">
    <p:bg>
      <p:bgPr>
        <a:solidFill>
          <a:schemeClr val="lt1"/>
        </a:solidFill>
      </p:bgPr>
    </p:bg>
    <p:spTree>
      <p:nvGrpSpPr>
        <p:cNvPr id="183" name="Shape 183"/>
        <p:cNvGrpSpPr/>
        <p:nvPr/>
      </p:nvGrpSpPr>
      <p:grpSpPr>
        <a:xfrm>
          <a:off x="0" y="0"/>
          <a:ext cx="0" cy="0"/>
          <a:chOff x="0" y="0"/>
          <a:chExt cx="0" cy="0"/>
        </a:xfrm>
      </p:grpSpPr>
      <p:pic>
        <p:nvPicPr>
          <p:cNvPr id="184" name="Google Shape;184;p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85" name="Google Shape;185;p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6" name="Google Shape;186;p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7" name="Google Shape;187;p3"/>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88" name="Google Shape;188;p3"/>
          <p:cNvSpPr txBox="1"/>
          <p:nvPr>
            <p:ph type="ctrTitle"/>
          </p:nvPr>
        </p:nvSpPr>
        <p:spPr>
          <a:xfrm>
            <a:off x="-113514" y="1154365"/>
            <a:ext cx="9371100" cy="931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hlink"/>
              </a:buClr>
              <a:buSzPts val="3500"/>
              <a:buFont typeface="Gulimche"/>
              <a:buNone/>
              <a:defRPr sz="5250">
                <a:solidFill>
                  <a:srgbClr val="103051"/>
                </a:solidFill>
                <a:latin typeface="Arial"/>
                <a:ea typeface="Arial"/>
                <a:cs typeface="Arial"/>
                <a:sym typeface="Aria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89" name="Shape 189"/>
        <p:cNvGrpSpPr/>
        <p:nvPr/>
      </p:nvGrpSpPr>
      <p:grpSpPr>
        <a:xfrm>
          <a:off x="0" y="0"/>
          <a:ext cx="0" cy="0"/>
          <a:chOff x="0" y="0"/>
          <a:chExt cx="0" cy="0"/>
        </a:xfrm>
      </p:grpSpPr>
      <p:sp>
        <p:nvSpPr>
          <p:cNvPr id="190" name="Google Shape;190;g1bbaa8f0957_2_510"/>
          <p:cNvSpPr txBox="1"/>
          <p:nvPr>
            <p:ph type="title"/>
          </p:nvPr>
        </p:nvSpPr>
        <p:spPr>
          <a:xfrm>
            <a:off x="1388100" y="1307100"/>
            <a:ext cx="63678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1" name="Shape 191"/>
        <p:cNvGrpSpPr/>
        <p:nvPr/>
      </p:nvGrpSpPr>
      <p:grpSpPr>
        <a:xfrm>
          <a:off x="0" y="0"/>
          <a:ext cx="0" cy="0"/>
          <a:chOff x="0" y="0"/>
          <a:chExt cx="0" cy="0"/>
        </a:xfrm>
      </p:grpSpPr>
      <p:sp>
        <p:nvSpPr>
          <p:cNvPr id="192" name="Google Shape;192;g1bbaa8f0957_2_512"/>
          <p:cNvSpPr txBox="1"/>
          <p:nvPr>
            <p:ph type="title"/>
          </p:nvPr>
        </p:nvSpPr>
        <p:spPr>
          <a:xfrm>
            <a:off x="720000" y="367423"/>
            <a:ext cx="77040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3" name="Google Shape;193;g1bbaa8f0957_2_512"/>
          <p:cNvSpPr txBox="1"/>
          <p:nvPr>
            <p:ph idx="1" type="subTitle"/>
          </p:nvPr>
        </p:nvSpPr>
        <p:spPr>
          <a:xfrm>
            <a:off x="2241550" y="1348750"/>
            <a:ext cx="4661100" cy="168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94" name="Shape 194"/>
        <p:cNvGrpSpPr/>
        <p:nvPr/>
      </p:nvGrpSpPr>
      <p:grpSpPr>
        <a:xfrm>
          <a:off x="0" y="0"/>
          <a:ext cx="0" cy="0"/>
          <a:chOff x="0" y="0"/>
          <a:chExt cx="0" cy="0"/>
        </a:xfrm>
      </p:grpSpPr>
      <p:sp>
        <p:nvSpPr>
          <p:cNvPr id="195" name="Google Shape;195;g1bbaa8f0957_2_516"/>
          <p:cNvSpPr txBox="1"/>
          <p:nvPr>
            <p:ph idx="1" type="subTitle"/>
          </p:nvPr>
        </p:nvSpPr>
        <p:spPr>
          <a:xfrm>
            <a:off x="1181425" y="2303125"/>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sz="2500">
                <a:latin typeface="Bebas Neue"/>
                <a:ea typeface="Bebas Neue"/>
                <a:cs typeface="Bebas Neue"/>
                <a:sym typeface="Bebas Neue"/>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196" name="Google Shape;196;g1bbaa8f0957_2_516"/>
          <p:cNvSpPr txBox="1"/>
          <p:nvPr>
            <p:ph idx="2" type="subTitle"/>
          </p:nvPr>
        </p:nvSpPr>
        <p:spPr>
          <a:xfrm>
            <a:off x="4836300" y="2303125"/>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sz="2500">
                <a:latin typeface="Bebas Neue"/>
                <a:ea typeface="Bebas Neue"/>
                <a:cs typeface="Bebas Neue"/>
                <a:sym typeface="Bebas Neue"/>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197" name="Google Shape;197;g1bbaa8f0957_2_516"/>
          <p:cNvSpPr txBox="1"/>
          <p:nvPr>
            <p:ph idx="3" type="subTitle"/>
          </p:nvPr>
        </p:nvSpPr>
        <p:spPr>
          <a:xfrm>
            <a:off x="1181425" y="2917150"/>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8" name="Google Shape;198;g1bbaa8f0957_2_516"/>
          <p:cNvSpPr txBox="1"/>
          <p:nvPr>
            <p:ph idx="4" type="subTitle"/>
          </p:nvPr>
        </p:nvSpPr>
        <p:spPr>
          <a:xfrm>
            <a:off x="4836300" y="2917150"/>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9" name="Google Shape;199;g1bbaa8f0957_2_516"/>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200" name="Shape 200"/>
        <p:cNvGrpSpPr/>
        <p:nvPr/>
      </p:nvGrpSpPr>
      <p:grpSpPr>
        <a:xfrm>
          <a:off x="0" y="0"/>
          <a:ext cx="0" cy="0"/>
          <a:chOff x="0" y="0"/>
          <a:chExt cx="0" cy="0"/>
        </a:xfrm>
      </p:grpSpPr>
      <p:sp>
        <p:nvSpPr>
          <p:cNvPr id="201" name="Google Shape;201;g1bbaa8f0957_2_522"/>
          <p:cNvSpPr txBox="1"/>
          <p:nvPr>
            <p:ph type="title"/>
          </p:nvPr>
        </p:nvSpPr>
        <p:spPr>
          <a:xfrm>
            <a:off x="1195863" y="16828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02" name="Google Shape;202;g1bbaa8f0957_2_522"/>
          <p:cNvSpPr txBox="1"/>
          <p:nvPr>
            <p:ph idx="1" type="subTitle"/>
          </p:nvPr>
        </p:nvSpPr>
        <p:spPr>
          <a:xfrm>
            <a:off x="1195863" y="22693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3" name="Google Shape;203;g1bbaa8f0957_2_522"/>
          <p:cNvSpPr txBox="1"/>
          <p:nvPr>
            <p:ph idx="2" type="title"/>
          </p:nvPr>
        </p:nvSpPr>
        <p:spPr>
          <a:xfrm>
            <a:off x="5081043" y="16828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04" name="Google Shape;204;g1bbaa8f0957_2_522"/>
          <p:cNvSpPr txBox="1"/>
          <p:nvPr>
            <p:ph idx="3" type="subTitle"/>
          </p:nvPr>
        </p:nvSpPr>
        <p:spPr>
          <a:xfrm>
            <a:off x="5081043" y="22693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5" name="Google Shape;205;g1bbaa8f0957_2_522"/>
          <p:cNvSpPr txBox="1"/>
          <p:nvPr>
            <p:ph idx="4" type="title"/>
          </p:nvPr>
        </p:nvSpPr>
        <p:spPr>
          <a:xfrm>
            <a:off x="1195863" y="31162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06" name="Google Shape;206;g1bbaa8f0957_2_522"/>
          <p:cNvSpPr txBox="1"/>
          <p:nvPr>
            <p:ph idx="5" type="subTitle"/>
          </p:nvPr>
        </p:nvSpPr>
        <p:spPr>
          <a:xfrm>
            <a:off x="1195863" y="37027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7" name="Google Shape;207;g1bbaa8f0957_2_522"/>
          <p:cNvSpPr txBox="1"/>
          <p:nvPr>
            <p:ph idx="6" type="title"/>
          </p:nvPr>
        </p:nvSpPr>
        <p:spPr>
          <a:xfrm>
            <a:off x="5081043" y="31162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08" name="Google Shape;208;g1bbaa8f0957_2_522"/>
          <p:cNvSpPr txBox="1"/>
          <p:nvPr>
            <p:ph idx="7" type="subTitle"/>
          </p:nvPr>
        </p:nvSpPr>
        <p:spPr>
          <a:xfrm>
            <a:off x="5081043" y="37027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9" name="Google Shape;209;g1bbaa8f0957_2_522"/>
          <p:cNvSpPr txBox="1"/>
          <p:nvPr>
            <p:ph idx="8"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210" name="Shape 210"/>
        <p:cNvGrpSpPr/>
        <p:nvPr/>
      </p:nvGrpSpPr>
      <p:grpSpPr>
        <a:xfrm>
          <a:off x="0" y="0"/>
          <a:ext cx="0" cy="0"/>
          <a:chOff x="0" y="0"/>
          <a:chExt cx="0" cy="0"/>
        </a:xfrm>
      </p:grpSpPr>
      <p:sp>
        <p:nvSpPr>
          <p:cNvPr id="211" name="Google Shape;211;g1bbaa8f0957_2_532"/>
          <p:cNvSpPr txBox="1"/>
          <p:nvPr>
            <p:ph type="title"/>
          </p:nvPr>
        </p:nvSpPr>
        <p:spPr>
          <a:xfrm>
            <a:off x="720000" y="16828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12" name="Google Shape;212;g1bbaa8f0957_2_532"/>
          <p:cNvSpPr txBox="1"/>
          <p:nvPr>
            <p:ph idx="1" type="subTitle"/>
          </p:nvPr>
        </p:nvSpPr>
        <p:spPr>
          <a:xfrm>
            <a:off x="720000" y="22693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3" name="Google Shape;213;g1bbaa8f0957_2_532"/>
          <p:cNvSpPr txBox="1"/>
          <p:nvPr>
            <p:ph idx="2" type="title"/>
          </p:nvPr>
        </p:nvSpPr>
        <p:spPr>
          <a:xfrm>
            <a:off x="3419269" y="16828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14" name="Google Shape;214;g1bbaa8f0957_2_532"/>
          <p:cNvSpPr txBox="1"/>
          <p:nvPr>
            <p:ph idx="3" type="subTitle"/>
          </p:nvPr>
        </p:nvSpPr>
        <p:spPr>
          <a:xfrm>
            <a:off x="3419269" y="22693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5" name="Google Shape;215;g1bbaa8f0957_2_532"/>
          <p:cNvSpPr txBox="1"/>
          <p:nvPr>
            <p:ph idx="4" type="title"/>
          </p:nvPr>
        </p:nvSpPr>
        <p:spPr>
          <a:xfrm>
            <a:off x="720000" y="31162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16" name="Google Shape;216;g1bbaa8f0957_2_532"/>
          <p:cNvSpPr txBox="1"/>
          <p:nvPr>
            <p:ph idx="5" type="subTitle"/>
          </p:nvPr>
        </p:nvSpPr>
        <p:spPr>
          <a:xfrm>
            <a:off x="720000" y="37027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7" name="Google Shape;217;g1bbaa8f0957_2_532"/>
          <p:cNvSpPr txBox="1"/>
          <p:nvPr>
            <p:ph idx="6" type="title"/>
          </p:nvPr>
        </p:nvSpPr>
        <p:spPr>
          <a:xfrm>
            <a:off x="3419269" y="31162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18" name="Google Shape;218;g1bbaa8f0957_2_532"/>
          <p:cNvSpPr txBox="1"/>
          <p:nvPr>
            <p:ph idx="7" type="subTitle"/>
          </p:nvPr>
        </p:nvSpPr>
        <p:spPr>
          <a:xfrm>
            <a:off x="3419269" y="37027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9" name="Google Shape;219;g1bbaa8f0957_2_532"/>
          <p:cNvSpPr txBox="1"/>
          <p:nvPr>
            <p:ph idx="8" type="title"/>
          </p:nvPr>
        </p:nvSpPr>
        <p:spPr>
          <a:xfrm>
            <a:off x="6118545" y="16828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20" name="Google Shape;220;g1bbaa8f0957_2_532"/>
          <p:cNvSpPr txBox="1"/>
          <p:nvPr>
            <p:ph idx="9" type="subTitle"/>
          </p:nvPr>
        </p:nvSpPr>
        <p:spPr>
          <a:xfrm>
            <a:off x="6118545" y="22693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1" name="Google Shape;221;g1bbaa8f0957_2_532"/>
          <p:cNvSpPr txBox="1"/>
          <p:nvPr>
            <p:ph idx="13" type="title"/>
          </p:nvPr>
        </p:nvSpPr>
        <p:spPr>
          <a:xfrm>
            <a:off x="6118545" y="31162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22" name="Google Shape;222;g1bbaa8f0957_2_532"/>
          <p:cNvSpPr txBox="1"/>
          <p:nvPr>
            <p:ph idx="14" type="subTitle"/>
          </p:nvPr>
        </p:nvSpPr>
        <p:spPr>
          <a:xfrm>
            <a:off x="6118545" y="37027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3" name="Google Shape;223;g1bbaa8f0957_2_532"/>
          <p:cNvSpPr txBox="1"/>
          <p:nvPr>
            <p:ph idx="15"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24" name="Shape 224"/>
        <p:cNvGrpSpPr/>
        <p:nvPr/>
      </p:nvGrpSpPr>
      <p:grpSpPr>
        <a:xfrm>
          <a:off x="0" y="0"/>
          <a:ext cx="0" cy="0"/>
          <a:chOff x="0" y="0"/>
          <a:chExt cx="0" cy="0"/>
        </a:xfrm>
      </p:grpSpPr>
      <p:sp>
        <p:nvSpPr>
          <p:cNvPr id="225" name="Google Shape;225;g1bbaa8f0957_2_546"/>
          <p:cNvSpPr/>
          <p:nvPr/>
        </p:nvSpPr>
        <p:spPr>
          <a:xfrm rot="5400000">
            <a:off x="-524808" y="1494138"/>
            <a:ext cx="4714425" cy="448394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g1bbaa8f0957_2_546"/>
          <p:cNvSpPr/>
          <p:nvPr/>
        </p:nvSpPr>
        <p:spPr>
          <a:xfrm rot="5400000">
            <a:off x="-5817" y="2639785"/>
            <a:ext cx="3183457" cy="3723602"/>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g1bbaa8f0957_2_546"/>
          <p:cNvSpPr/>
          <p:nvPr/>
        </p:nvSpPr>
        <p:spPr>
          <a:xfrm rot="5400000">
            <a:off x="-674076" y="4419276"/>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g1bbaa8f0957_2_546"/>
          <p:cNvSpPr/>
          <p:nvPr/>
        </p:nvSpPr>
        <p:spPr>
          <a:xfrm rot="-5400000">
            <a:off x="5073598" y="3095424"/>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g1bbaa8f0957_2_546"/>
          <p:cNvSpPr/>
          <p:nvPr/>
        </p:nvSpPr>
        <p:spPr>
          <a:xfrm rot="-5400000">
            <a:off x="4698222" y="1827745"/>
            <a:ext cx="6324034" cy="2907285"/>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g1bbaa8f0957_2_546"/>
          <p:cNvSpPr/>
          <p:nvPr/>
        </p:nvSpPr>
        <p:spPr>
          <a:xfrm rot="-5400000">
            <a:off x="5697212" y="2826735"/>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31" name="Shape 231"/>
        <p:cNvGrpSpPr/>
        <p:nvPr/>
      </p:nvGrpSpPr>
      <p:grpSpPr>
        <a:xfrm>
          <a:off x="0" y="0"/>
          <a:ext cx="0" cy="0"/>
          <a:chOff x="0" y="0"/>
          <a:chExt cx="0" cy="0"/>
        </a:xfrm>
      </p:grpSpPr>
      <p:sp>
        <p:nvSpPr>
          <p:cNvPr id="232" name="Google Shape;232;g1bbaa8f0957_2_553"/>
          <p:cNvSpPr/>
          <p:nvPr/>
        </p:nvSpPr>
        <p:spPr>
          <a:xfrm flipH="1">
            <a:off x="6761925" y="-156750"/>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g1bbaa8f0957_2_553"/>
          <p:cNvSpPr/>
          <p:nvPr/>
        </p:nvSpPr>
        <p:spPr>
          <a:xfrm rot="10800000">
            <a:off x="6946525" y="-754575"/>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g1bbaa8f0957_2_553"/>
          <p:cNvSpPr/>
          <p:nvPr/>
        </p:nvSpPr>
        <p:spPr>
          <a:xfrm flipH="1" rot="10800000">
            <a:off x="-610111" y="-420997"/>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g1bbaa8f0957_2_553"/>
          <p:cNvSpPr/>
          <p:nvPr/>
        </p:nvSpPr>
        <p:spPr>
          <a:xfrm flipH="1" rot="10800000">
            <a:off x="-562185" y="-205384"/>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g1bbaa8f0957_2_553"/>
          <p:cNvSpPr/>
          <p:nvPr/>
        </p:nvSpPr>
        <p:spPr>
          <a:xfrm flipH="1" rot="10800000">
            <a:off x="-562185" y="-393259"/>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_1">
    <p:spTree>
      <p:nvGrpSpPr>
        <p:cNvPr id="237" name="Shape 237"/>
        <p:cNvGrpSpPr/>
        <p:nvPr/>
      </p:nvGrpSpPr>
      <p:grpSpPr>
        <a:xfrm>
          <a:off x="0" y="0"/>
          <a:ext cx="0" cy="0"/>
          <a:chOff x="0" y="0"/>
          <a:chExt cx="0" cy="0"/>
        </a:xfrm>
      </p:grpSpPr>
      <p:sp>
        <p:nvSpPr>
          <p:cNvPr id="238" name="Google Shape;238;g1bbaa8f0957_2_559"/>
          <p:cNvSpPr txBox="1"/>
          <p:nvPr>
            <p:ph idx="12" type="sldNum"/>
          </p:nvPr>
        </p:nvSpPr>
        <p:spPr>
          <a:xfrm>
            <a:off x="8404384" y="4673651"/>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39" name="Google Shape;239;g1bbaa8f0957_2_559"/>
          <p:cNvSpPr/>
          <p:nvPr/>
        </p:nvSpPr>
        <p:spPr>
          <a:xfrm flipH="1" rot="10800000">
            <a:off x="659175" y="-328750"/>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g1bbaa8f0957_2_559"/>
          <p:cNvSpPr/>
          <p:nvPr/>
        </p:nvSpPr>
        <p:spPr>
          <a:xfrm flipH="1" rot="10800000">
            <a:off x="-154025" y="-157975"/>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g1bbaa8f0957_2_559"/>
          <p:cNvSpPr/>
          <p:nvPr/>
        </p:nvSpPr>
        <p:spPr>
          <a:xfrm flipH="1" rot="10800000">
            <a:off x="-110700" y="-13290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g1bbaa8f0957_2_559"/>
          <p:cNvSpPr/>
          <p:nvPr/>
        </p:nvSpPr>
        <p:spPr>
          <a:xfrm rot="10800000">
            <a:off x="6425950" y="2109538"/>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g1bbaa8f0957_2_559"/>
          <p:cNvSpPr/>
          <p:nvPr/>
        </p:nvSpPr>
        <p:spPr>
          <a:xfrm rot="10800000">
            <a:off x="6267900" y="3462388"/>
            <a:ext cx="2911925" cy="1775125"/>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g1bbaa8f0957_2_559"/>
          <p:cNvSpPr/>
          <p:nvPr/>
        </p:nvSpPr>
        <p:spPr>
          <a:xfrm rot="10800000">
            <a:off x="7368975" y="4533838"/>
            <a:ext cx="1810850" cy="703675"/>
          </a:xfrm>
          <a:custGeom>
            <a:rect b="b" l="l" r="r" t="t"/>
            <a:pathLst>
              <a:path extrusionOk="0" h="28147" w="72434">
                <a:moveTo>
                  <a:pt x="0" y="0"/>
                </a:moveTo>
                <a:lnTo>
                  <a:pt x="0" y="28147"/>
                </a:lnTo>
                <a:cubicBezTo>
                  <a:pt x="4012" y="26870"/>
                  <a:pt x="8177" y="26110"/>
                  <a:pt x="12310" y="25745"/>
                </a:cubicBezTo>
                <a:cubicBezTo>
                  <a:pt x="21247" y="24955"/>
                  <a:pt x="30274" y="25563"/>
                  <a:pt x="39180" y="24682"/>
                </a:cubicBezTo>
                <a:cubicBezTo>
                  <a:pt x="48117" y="23800"/>
                  <a:pt x="57235" y="21308"/>
                  <a:pt x="64074" y="15107"/>
                </a:cubicBezTo>
                <a:cubicBezTo>
                  <a:pt x="68299" y="11277"/>
                  <a:pt x="71400" y="5745"/>
                  <a:pt x="724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BLANK_1_1_1_1_1_1_1_1_1_1">
    <p:bg>
      <p:bgPr>
        <a:solidFill>
          <a:srgbClr val="46A9E7">
            <a:alpha val="6274"/>
          </a:srgbClr>
        </a:solidFill>
      </p:bgPr>
    </p:bg>
    <p:spTree>
      <p:nvGrpSpPr>
        <p:cNvPr id="245" name="Shape 245"/>
        <p:cNvGrpSpPr/>
        <p:nvPr/>
      </p:nvGrpSpPr>
      <p:grpSpPr>
        <a:xfrm>
          <a:off x="0" y="0"/>
          <a:ext cx="0" cy="0"/>
          <a:chOff x="0" y="0"/>
          <a:chExt cx="0" cy="0"/>
        </a:xfrm>
      </p:grpSpPr>
      <p:sp>
        <p:nvSpPr>
          <p:cNvPr id="246" name="Google Shape;246;g1bbaa8f0957_2_567"/>
          <p:cNvSpPr txBox="1"/>
          <p:nvPr>
            <p:ph idx="12" type="sldNum"/>
          </p:nvPr>
        </p:nvSpPr>
        <p:spPr>
          <a:xfrm flipH="1" rot="10800000">
            <a:off x="8404384" y="-34888"/>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47" name="Google Shape;247;g1bbaa8f0957_2_567"/>
          <p:cNvSpPr/>
          <p:nvPr/>
        </p:nvSpPr>
        <p:spPr>
          <a:xfrm>
            <a:off x="659175" y="3948438"/>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g1bbaa8f0957_2_567"/>
          <p:cNvSpPr/>
          <p:nvPr/>
        </p:nvSpPr>
        <p:spPr>
          <a:xfrm>
            <a:off x="-154025" y="2625688"/>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g1bbaa8f0957_2_567"/>
          <p:cNvSpPr/>
          <p:nvPr/>
        </p:nvSpPr>
        <p:spPr>
          <a:xfrm>
            <a:off x="-110700" y="3051988"/>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g1bbaa8f0957_2_567"/>
          <p:cNvSpPr/>
          <p:nvPr/>
        </p:nvSpPr>
        <p:spPr>
          <a:xfrm flipH="1">
            <a:off x="6425950" y="-328750"/>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g1bbaa8f0957_2_567"/>
          <p:cNvSpPr/>
          <p:nvPr/>
        </p:nvSpPr>
        <p:spPr>
          <a:xfrm flipH="1">
            <a:off x="6267900" y="-205150"/>
            <a:ext cx="2911925" cy="1775125"/>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g1bbaa8f0957_2_567"/>
          <p:cNvSpPr/>
          <p:nvPr/>
        </p:nvSpPr>
        <p:spPr>
          <a:xfrm flipH="1">
            <a:off x="7368975" y="-205150"/>
            <a:ext cx="1810850" cy="703675"/>
          </a:xfrm>
          <a:custGeom>
            <a:rect b="b" l="l" r="r" t="t"/>
            <a:pathLst>
              <a:path extrusionOk="0" h="28147" w="72434">
                <a:moveTo>
                  <a:pt x="0" y="0"/>
                </a:moveTo>
                <a:lnTo>
                  <a:pt x="0" y="28147"/>
                </a:lnTo>
                <a:cubicBezTo>
                  <a:pt x="4012" y="26870"/>
                  <a:pt x="8177" y="26110"/>
                  <a:pt x="12310" y="25745"/>
                </a:cubicBezTo>
                <a:cubicBezTo>
                  <a:pt x="21247" y="24955"/>
                  <a:pt x="30274" y="25563"/>
                  <a:pt x="39180" y="24682"/>
                </a:cubicBezTo>
                <a:cubicBezTo>
                  <a:pt x="48117" y="23800"/>
                  <a:pt x="57235" y="21308"/>
                  <a:pt x="64074" y="15107"/>
                </a:cubicBezTo>
                <a:cubicBezTo>
                  <a:pt x="68299" y="11277"/>
                  <a:pt x="71400" y="5745"/>
                  <a:pt x="724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56" name="Shape 256"/>
        <p:cNvGrpSpPr/>
        <p:nvPr/>
      </p:nvGrpSpPr>
      <p:grpSpPr>
        <a:xfrm>
          <a:off x="0" y="0"/>
          <a:ext cx="0" cy="0"/>
          <a:chOff x="0" y="0"/>
          <a:chExt cx="0" cy="0"/>
        </a:xfrm>
      </p:grpSpPr>
      <p:sp>
        <p:nvSpPr>
          <p:cNvPr id="257" name="Google Shape;257;g2198db1af2c_1_455"/>
          <p:cNvSpPr txBox="1"/>
          <p:nvPr>
            <p:ph type="ctrTitle"/>
          </p:nvPr>
        </p:nvSpPr>
        <p:spPr>
          <a:xfrm>
            <a:off x="2429950" y="669825"/>
            <a:ext cx="4284000" cy="99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5200"/>
              <a:buNone/>
              <a:defRPr sz="65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58" name="Google Shape;258;g2198db1af2c_1_455"/>
          <p:cNvSpPr txBox="1"/>
          <p:nvPr>
            <p:ph idx="1" type="subTitle"/>
          </p:nvPr>
        </p:nvSpPr>
        <p:spPr>
          <a:xfrm>
            <a:off x="2425075" y="1835350"/>
            <a:ext cx="4293900" cy="1095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59" name="Google Shape;259;g2198db1af2c_1_455"/>
          <p:cNvSpPr txBox="1"/>
          <p:nvPr/>
        </p:nvSpPr>
        <p:spPr>
          <a:xfrm>
            <a:off x="2425075" y="4211600"/>
            <a:ext cx="4293900" cy="396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300"/>
              </a:spcBef>
              <a:spcAft>
                <a:spcPts val="0"/>
              </a:spcAft>
              <a:buClr>
                <a:srgbClr val="000000"/>
              </a:buClr>
              <a:buSzPts val="1000"/>
              <a:buFont typeface="Arial"/>
              <a:buNone/>
            </a:pPr>
            <a:r>
              <a:rPr b="0" i="0" lang="en" sz="1000" u="none" cap="none" strike="noStrike">
                <a:solidFill>
                  <a:schemeClr val="dk1"/>
                </a:solidFill>
                <a:latin typeface="Anaheim"/>
                <a:ea typeface="Anaheim"/>
                <a:cs typeface="Anaheim"/>
                <a:sym typeface="Anaheim"/>
              </a:rPr>
              <a:t>CREDITS: This presentation template was created by </a:t>
            </a:r>
            <a:r>
              <a:rPr b="1" i="0" lang="en" sz="1000" u="none" cap="none" strike="noStrike">
                <a:solidFill>
                  <a:schemeClr val="dk1"/>
                </a:solidFill>
                <a:uFill>
                  <a:noFill/>
                </a:uFill>
                <a:latin typeface="Anaheim"/>
                <a:ea typeface="Anaheim"/>
                <a:cs typeface="Anaheim"/>
                <a:sym typeface="Anaheim"/>
                <a:hlinkClick r:id="rId2">
                  <a:extLst>
                    <a:ext uri="{A12FA001-AC4F-418D-AE19-62706E023703}">
                      <ahyp:hlinkClr val="tx"/>
                    </a:ext>
                  </a:extLst>
                </a:hlinkClick>
              </a:rPr>
              <a:t>Slidesgo</a:t>
            </a:r>
            <a:r>
              <a:rPr b="0" i="0" lang="en" sz="1000" u="none" cap="none" strike="noStrike">
                <a:solidFill>
                  <a:schemeClr val="dk1"/>
                </a:solidFill>
                <a:latin typeface="Anaheim"/>
                <a:ea typeface="Anaheim"/>
                <a:cs typeface="Anaheim"/>
                <a:sym typeface="Anaheim"/>
              </a:rPr>
              <a:t>, including icons by </a:t>
            </a:r>
            <a:r>
              <a:rPr b="1" i="0" lang="en" sz="1000" u="none" cap="none" strike="noStrike">
                <a:solidFill>
                  <a:schemeClr val="dk1"/>
                </a:solidFill>
                <a:uFill>
                  <a:noFill/>
                </a:uFill>
                <a:latin typeface="Anaheim"/>
                <a:ea typeface="Anaheim"/>
                <a:cs typeface="Anaheim"/>
                <a:sym typeface="Anaheim"/>
                <a:hlinkClick r:id="rId3">
                  <a:extLst>
                    <a:ext uri="{A12FA001-AC4F-418D-AE19-62706E023703}">
                      <ahyp:hlinkClr val="tx"/>
                    </a:ext>
                  </a:extLst>
                </a:hlinkClick>
              </a:rPr>
              <a:t>Flaticon</a:t>
            </a:r>
            <a:r>
              <a:rPr b="1" i="0" lang="en" sz="1000" u="none" cap="none" strike="noStrike">
                <a:solidFill>
                  <a:schemeClr val="dk1"/>
                </a:solidFill>
                <a:latin typeface="Anaheim"/>
                <a:ea typeface="Anaheim"/>
                <a:cs typeface="Anaheim"/>
                <a:sym typeface="Anaheim"/>
              </a:rPr>
              <a:t> </a:t>
            </a:r>
            <a:r>
              <a:rPr b="0" i="0" lang="en" sz="1000" u="none" cap="none" strike="noStrike">
                <a:solidFill>
                  <a:schemeClr val="dk1"/>
                </a:solidFill>
                <a:latin typeface="Anaheim"/>
                <a:ea typeface="Anaheim"/>
                <a:cs typeface="Anaheim"/>
                <a:sym typeface="Anaheim"/>
              </a:rPr>
              <a:t>and infographics &amp; images by </a:t>
            </a:r>
            <a:r>
              <a:rPr b="1" i="0" lang="en" sz="1000" u="none" cap="none" strike="noStrike">
                <a:solidFill>
                  <a:schemeClr val="dk1"/>
                </a:solidFill>
                <a:uFill>
                  <a:noFill/>
                </a:uFill>
                <a:latin typeface="Anaheim"/>
                <a:ea typeface="Anaheim"/>
                <a:cs typeface="Anaheim"/>
                <a:sym typeface="Anaheim"/>
                <a:hlinkClick r:id="rId4">
                  <a:extLst>
                    <a:ext uri="{A12FA001-AC4F-418D-AE19-62706E023703}">
                      <ahyp:hlinkClr val="tx"/>
                    </a:ext>
                  </a:extLst>
                </a:hlinkClick>
              </a:rPr>
              <a:t>Freepik</a:t>
            </a:r>
            <a:endParaRPr b="0" i="0" sz="1400" u="none" cap="none" strike="noStrike">
              <a:solidFill>
                <a:srgbClr val="000000"/>
              </a:solidFill>
              <a:latin typeface="Anaheim"/>
              <a:ea typeface="Anaheim"/>
              <a:cs typeface="Anaheim"/>
              <a:sym typeface="Anaheim"/>
            </a:endParaRPr>
          </a:p>
        </p:txBody>
      </p:sp>
      <p:sp>
        <p:nvSpPr>
          <p:cNvPr id="260" name="Google Shape;260;g2198db1af2c_1_455"/>
          <p:cNvSpPr/>
          <p:nvPr/>
        </p:nvSpPr>
        <p:spPr>
          <a:xfrm flipH="1" rot="5400000">
            <a:off x="-1022808" y="-109009"/>
            <a:ext cx="4714425" cy="448394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2198db1af2c_1_455"/>
          <p:cNvSpPr/>
          <p:nvPr/>
        </p:nvSpPr>
        <p:spPr>
          <a:xfrm flipH="1" rot="5400000">
            <a:off x="-503817" y="-494318"/>
            <a:ext cx="3183457" cy="3723602"/>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g2198db1af2c_1_455"/>
          <p:cNvSpPr/>
          <p:nvPr/>
        </p:nvSpPr>
        <p:spPr>
          <a:xfrm flipH="1" rot="5400000">
            <a:off x="-1172076" y="173953"/>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g2198db1af2c_1_455"/>
          <p:cNvSpPr/>
          <p:nvPr/>
        </p:nvSpPr>
        <p:spPr>
          <a:xfrm flipH="1" rot="-5400000">
            <a:off x="5805848" y="-1358480"/>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g2198db1af2c_1_455"/>
          <p:cNvSpPr/>
          <p:nvPr/>
        </p:nvSpPr>
        <p:spPr>
          <a:xfrm flipH="1" rot="-5400000">
            <a:off x="5430472" y="1205888"/>
            <a:ext cx="6324034" cy="2907285"/>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g2198db1af2c_1_455"/>
          <p:cNvSpPr/>
          <p:nvPr/>
        </p:nvSpPr>
        <p:spPr>
          <a:xfrm flipH="1" rot="-5400000">
            <a:off x="6429462" y="-349897"/>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2198db1af2c_1_455"/>
          <p:cNvSpPr/>
          <p:nvPr/>
        </p:nvSpPr>
        <p:spPr>
          <a:xfrm flipH="1" rot="-5400000">
            <a:off x="6846899" y="739763"/>
            <a:ext cx="4714425" cy="448394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g2198db1af2c_1_455"/>
          <p:cNvSpPr/>
          <p:nvPr/>
        </p:nvSpPr>
        <p:spPr>
          <a:xfrm flipH="1" rot="-5400000">
            <a:off x="7868401" y="1780635"/>
            <a:ext cx="3183457" cy="3723602"/>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g2198db1af2c_1_455"/>
          <p:cNvSpPr/>
          <p:nvPr/>
        </p:nvSpPr>
        <p:spPr>
          <a:xfrm flipH="1" rot="-5400000">
            <a:off x="8390813" y="3560126"/>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g2198db1af2c_1_455"/>
          <p:cNvSpPr/>
          <p:nvPr/>
        </p:nvSpPr>
        <p:spPr>
          <a:xfrm flipH="1" rot="5400000">
            <a:off x="-1606355" y="2088224"/>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g2198db1af2c_1_455"/>
          <p:cNvSpPr/>
          <p:nvPr/>
        </p:nvSpPr>
        <p:spPr>
          <a:xfrm flipH="1" rot="5400000">
            <a:off x="-2431754" y="1819535"/>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1" name="Shape 271"/>
        <p:cNvGrpSpPr/>
        <p:nvPr/>
      </p:nvGrpSpPr>
      <p:grpSpPr>
        <a:xfrm>
          <a:off x="0" y="0"/>
          <a:ext cx="0" cy="0"/>
          <a:chOff x="0" y="0"/>
          <a:chExt cx="0" cy="0"/>
        </a:xfrm>
      </p:grpSpPr>
      <p:sp>
        <p:nvSpPr>
          <p:cNvPr id="272" name="Google Shape;272;g2198db1af2c_1_297"/>
          <p:cNvSpPr txBox="1"/>
          <p:nvPr>
            <p:ph type="ctrTitle"/>
          </p:nvPr>
        </p:nvSpPr>
        <p:spPr>
          <a:xfrm>
            <a:off x="2045575" y="1077625"/>
            <a:ext cx="5052900" cy="2391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191919"/>
              </a:buClr>
              <a:buSzPts val="5200"/>
              <a:buNone/>
              <a:defRPr sz="4500">
                <a:solidFill>
                  <a:srgbClr val="191919"/>
                </a:solidFill>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273" name="Google Shape;273;g2198db1af2c_1_297"/>
          <p:cNvSpPr txBox="1"/>
          <p:nvPr>
            <p:ph idx="1" type="subTitle"/>
          </p:nvPr>
        </p:nvSpPr>
        <p:spPr>
          <a:xfrm>
            <a:off x="2392525" y="3525613"/>
            <a:ext cx="4359000" cy="409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solidFill>
                  <a:srgbClr val="191919"/>
                </a:solidFill>
                <a:latin typeface="Anaheim"/>
                <a:ea typeface="Anaheim"/>
                <a:cs typeface="Anaheim"/>
                <a:sym typeface="Anaheim"/>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74" name="Google Shape;274;g2198db1af2c_1_297"/>
          <p:cNvSpPr/>
          <p:nvPr/>
        </p:nvSpPr>
        <p:spPr>
          <a:xfrm>
            <a:off x="3771760" y="-424457"/>
            <a:ext cx="5070489" cy="1544172"/>
          </a:xfrm>
          <a:custGeom>
            <a:rect b="b" l="l" r="r" t="t"/>
            <a:pathLst>
              <a:path extrusionOk="0" h="55837" w="183348">
                <a:moveTo>
                  <a:pt x="1" y="31"/>
                </a:moveTo>
                <a:cubicBezTo>
                  <a:pt x="1004" y="1064"/>
                  <a:pt x="2159" y="1976"/>
                  <a:pt x="3375" y="2736"/>
                </a:cubicBezTo>
                <a:cubicBezTo>
                  <a:pt x="11125" y="7630"/>
                  <a:pt x="32402" y="3435"/>
                  <a:pt x="45625" y="15320"/>
                </a:cubicBezTo>
                <a:cubicBezTo>
                  <a:pt x="49606" y="18876"/>
                  <a:pt x="52737" y="23314"/>
                  <a:pt x="55838" y="27660"/>
                </a:cubicBezTo>
                <a:cubicBezTo>
                  <a:pt x="58938" y="32037"/>
                  <a:pt x="62251" y="36353"/>
                  <a:pt x="66567" y="39545"/>
                </a:cubicBezTo>
                <a:cubicBezTo>
                  <a:pt x="82707" y="51399"/>
                  <a:pt x="99182" y="39363"/>
                  <a:pt x="114805" y="33648"/>
                </a:cubicBezTo>
                <a:cubicBezTo>
                  <a:pt x="123742" y="30426"/>
                  <a:pt x="132891" y="30821"/>
                  <a:pt x="141766" y="34773"/>
                </a:cubicBezTo>
                <a:cubicBezTo>
                  <a:pt x="149669" y="38299"/>
                  <a:pt x="163803" y="55837"/>
                  <a:pt x="183013" y="45958"/>
                </a:cubicBezTo>
                <a:lnTo>
                  <a:pt x="183348" y="0"/>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g2198db1af2c_1_297"/>
          <p:cNvSpPr/>
          <p:nvPr/>
        </p:nvSpPr>
        <p:spPr>
          <a:xfrm>
            <a:off x="5374782" y="-402610"/>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2198db1af2c_1_297"/>
          <p:cNvSpPr/>
          <p:nvPr/>
        </p:nvSpPr>
        <p:spPr>
          <a:xfrm>
            <a:off x="-130074" y="-586499"/>
            <a:ext cx="3046337" cy="3596892"/>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g2198db1af2c_1_297"/>
          <p:cNvSpPr/>
          <p:nvPr/>
        </p:nvSpPr>
        <p:spPr>
          <a:xfrm>
            <a:off x="6284300" y="1801460"/>
            <a:ext cx="3851622" cy="366332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g2198db1af2c_1_297"/>
          <p:cNvSpPr/>
          <p:nvPr/>
        </p:nvSpPr>
        <p:spPr>
          <a:xfrm>
            <a:off x="4587299" y="3535257"/>
            <a:ext cx="5474833" cy="1824096"/>
          </a:xfrm>
          <a:custGeom>
            <a:rect b="b" l="l" r="r" t="t"/>
            <a:pathLst>
              <a:path extrusionOk="0" h="65959" w="197969">
                <a:moveTo>
                  <a:pt x="197968" y="7508"/>
                </a:moveTo>
                <a:cubicBezTo>
                  <a:pt x="197208" y="7083"/>
                  <a:pt x="196388" y="6657"/>
                  <a:pt x="195597" y="6292"/>
                </a:cubicBezTo>
                <a:cubicBezTo>
                  <a:pt x="182466" y="61"/>
                  <a:pt x="166539" y="0"/>
                  <a:pt x="153378" y="6231"/>
                </a:cubicBezTo>
                <a:cubicBezTo>
                  <a:pt x="137268" y="13891"/>
                  <a:pt x="124897" y="25381"/>
                  <a:pt x="105504" y="27843"/>
                </a:cubicBezTo>
                <a:cubicBezTo>
                  <a:pt x="85139" y="30426"/>
                  <a:pt x="65686" y="20517"/>
                  <a:pt x="46385" y="27600"/>
                </a:cubicBezTo>
                <a:cubicBezTo>
                  <a:pt x="34652" y="31885"/>
                  <a:pt x="27722" y="43709"/>
                  <a:pt x="19029" y="52676"/>
                </a:cubicBezTo>
                <a:cubicBezTo>
                  <a:pt x="13527" y="58360"/>
                  <a:pt x="7022" y="62767"/>
                  <a:pt x="1" y="65959"/>
                </a:cubicBezTo>
                <a:lnTo>
                  <a:pt x="197968" y="65959"/>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g2198db1af2c_1_297"/>
          <p:cNvSpPr/>
          <p:nvPr/>
        </p:nvSpPr>
        <p:spPr>
          <a:xfrm>
            <a:off x="7535080" y="2295937"/>
            <a:ext cx="2600842" cy="3042133"/>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g2198db1af2c_1_297"/>
          <p:cNvSpPr/>
          <p:nvPr/>
        </p:nvSpPr>
        <p:spPr>
          <a:xfrm>
            <a:off x="-257186" y="2619003"/>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g2198db1af2c_1_297"/>
          <p:cNvSpPr/>
          <p:nvPr/>
        </p:nvSpPr>
        <p:spPr>
          <a:xfrm>
            <a:off x="-209260" y="3466325"/>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g2198db1af2c_1_297"/>
          <p:cNvSpPr/>
          <p:nvPr/>
        </p:nvSpPr>
        <p:spPr>
          <a:xfrm>
            <a:off x="-209260" y="3090576"/>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g2198db1af2c_1_297"/>
          <p:cNvSpPr/>
          <p:nvPr/>
        </p:nvSpPr>
        <p:spPr>
          <a:xfrm>
            <a:off x="-323549" y="-514273"/>
            <a:ext cx="3221171" cy="1963643"/>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4" name="Shape 284"/>
        <p:cNvGrpSpPr/>
        <p:nvPr/>
      </p:nvGrpSpPr>
      <p:grpSpPr>
        <a:xfrm>
          <a:off x="0" y="0"/>
          <a:ext cx="0" cy="0"/>
          <a:chOff x="0" y="0"/>
          <a:chExt cx="0" cy="0"/>
        </a:xfrm>
      </p:grpSpPr>
      <p:sp>
        <p:nvSpPr>
          <p:cNvPr id="285" name="Google Shape;285;g2198db1af2c_1_310"/>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86" name="Google Shape;286;g2198db1af2c_1_310"/>
          <p:cNvSpPr txBox="1"/>
          <p:nvPr>
            <p:ph idx="1" type="body"/>
          </p:nvPr>
        </p:nvSpPr>
        <p:spPr>
          <a:xfrm>
            <a:off x="720000" y="1152475"/>
            <a:ext cx="7704000" cy="5727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rgbClr val="434343"/>
              </a:buClr>
              <a:buSzPts val="1400"/>
              <a:buChar char="●"/>
              <a:defRPr sz="1400">
                <a:solidFill>
                  <a:srgbClr val="434343"/>
                </a:solidFill>
              </a:defRPr>
            </a:lvl1pPr>
            <a:lvl2pPr indent="-317500" lvl="1" marL="914400" algn="l">
              <a:lnSpc>
                <a:spcPct val="115000"/>
              </a:lnSpc>
              <a:spcBef>
                <a:spcPts val="0"/>
              </a:spcBef>
              <a:spcAft>
                <a:spcPts val="0"/>
              </a:spcAft>
              <a:buClr>
                <a:srgbClr val="434343"/>
              </a:buClr>
              <a:buSzPts val="1400"/>
              <a:buChar char="○"/>
              <a:defRPr>
                <a:solidFill>
                  <a:srgbClr val="434343"/>
                </a:solidFill>
              </a:defRPr>
            </a:lvl2pPr>
            <a:lvl3pPr indent="-317500" lvl="2" marL="1371600" algn="l">
              <a:lnSpc>
                <a:spcPct val="115000"/>
              </a:lnSpc>
              <a:spcBef>
                <a:spcPts val="0"/>
              </a:spcBef>
              <a:spcAft>
                <a:spcPts val="0"/>
              </a:spcAft>
              <a:buClr>
                <a:srgbClr val="434343"/>
              </a:buClr>
              <a:buSzPts val="1400"/>
              <a:buChar char="■"/>
              <a:defRPr>
                <a:solidFill>
                  <a:srgbClr val="434343"/>
                </a:solidFill>
              </a:defRPr>
            </a:lvl3pPr>
            <a:lvl4pPr indent="-317500" lvl="3" marL="1828800" algn="l">
              <a:lnSpc>
                <a:spcPct val="115000"/>
              </a:lnSpc>
              <a:spcBef>
                <a:spcPts val="0"/>
              </a:spcBef>
              <a:spcAft>
                <a:spcPts val="0"/>
              </a:spcAft>
              <a:buClr>
                <a:srgbClr val="434343"/>
              </a:buClr>
              <a:buSzPts val="1400"/>
              <a:buChar char="●"/>
              <a:defRPr>
                <a:solidFill>
                  <a:srgbClr val="434343"/>
                </a:solidFill>
              </a:defRPr>
            </a:lvl4pPr>
            <a:lvl5pPr indent="-317500" lvl="4" marL="2286000" algn="l">
              <a:lnSpc>
                <a:spcPct val="115000"/>
              </a:lnSpc>
              <a:spcBef>
                <a:spcPts val="0"/>
              </a:spcBef>
              <a:spcAft>
                <a:spcPts val="0"/>
              </a:spcAft>
              <a:buClr>
                <a:srgbClr val="434343"/>
              </a:buClr>
              <a:buSzPts val="1400"/>
              <a:buChar char="○"/>
              <a:defRPr>
                <a:solidFill>
                  <a:srgbClr val="434343"/>
                </a:solidFill>
              </a:defRPr>
            </a:lvl5pPr>
            <a:lvl6pPr indent="-317500" lvl="5" marL="2743200" algn="l">
              <a:lnSpc>
                <a:spcPct val="115000"/>
              </a:lnSpc>
              <a:spcBef>
                <a:spcPts val="0"/>
              </a:spcBef>
              <a:spcAft>
                <a:spcPts val="0"/>
              </a:spcAft>
              <a:buClr>
                <a:srgbClr val="434343"/>
              </a:buClr>
              <a:buSzPts val="1400"/>
              <a:buChar char="■"/>
              <a:defRPr>
                <a:solidFill>
                  <a:srgbClr val="434343"/>
                </a:solidFill>
              </a:defRPr>
            </a:lvl6pPr>
            <a:lvl7pPr indent="-317500" lvl="6" marL="3200400" algn="l">
              <a:lnSpc>
                <a:spcPct val="115000"/>
              </a:lnSpc>
              <a:spcBef>
                <a:spcPts val="0"/>
              </a:spcBef>
              <a:spcAft>
                <a:spcPts val="0"/>
              </a:spcAft>
              <a:buClr>
                <a:srgbClr val="434343"/>
              </a:buClr>
              <a:buSzPts val="1400"/>
              <a:buChar char="●"/>
              <a:defRPr>
                <a:solidFill>
                  <a:srgbClr val="434343"/>
                </a:solidFill>
              </a:defRPr>
            </a:lvl7pPr>
            <a:lvl8pPr indent="-317500" lvl="7" marL="3657600" algn="l">
              <a:lnSpc>
                <a:spcPct val="115000"/>
              </a:lnSpc>
              <a:spcBef>
                <a:spcPts val="0"/>
              </a:spcBef>
              <a:spcAft>
                <a:spcPts val="0"/>
              </a:spcAft>
              <a:buClr>
                <a:srgbClr val="434343"/>
              </a:buClr>
              <a:buSzPts val="1400"/>
              <a:buChar char="○"/>
              <a:defRPr>
                <a:solidFill>
                  <a:srgbClr val="434343"/>
                </a:solidFill>
              </a:defRPr>
            </a:lvl8pPr>
            <a:lvl9pPr indent="-317500" lvl="8" marL="4114800" algn="l">
              <a:lnSpc>
                <a:spcPct val="115000"/>
              </a:lnSpc>
              <a:spcBef>
                <a:spcPts val="0"/>
              </a:spcBef>
              <a:spcAft>
                <a:spcPts val="0"/>
              </a:spcAft>
              <a:buClr>
                <a:srgbClr val="434343"/>
              </a:buClr>
              <a:buSzPts val="1400"/>
              <a:buChar char="■"/>
              <a:defRPr>
                <a:solidFill>
                  <a:srgbClr val="434343"/>
                </a:solidFill>
              </a:defRPr>
            </a:lvl9pPr>
          </a:lstStyle>
          <a:p/>
        </p:txBody>
      </p:sp>
      <p:sp>
        <p:nvSpPr>
          <p:cNvPr id="287" name="Google Shape;287;g2198db1af2c_1_310"/>
          <p:cNvSpPr/>
          <p:nvPr/>
        </p:nvSpPr>
        <p:spPr>
          <a:xfrm flipH="1">
            <a:off x="-2459185" y="-440035"/>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g2198db1af2c_1_310"/>
          <p:cNvSpPr/>
          <p:nvPr/>
        </p:nvSpPr>
        <p:spPr>
          <a:xfrm flipH="1">
            <a:off x="7382950" y="3090576"/>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289" name="Shape 289"/>
        <p:cNvGrpSpPr/>
        <p:nvPr/>
      </p:nvGrpSpPr>
      <p:grpSpPr>
        <a:xfrm>
          <a:off x="0" y="0"/>
          <a:ext cx="0" cy="0"/>
          <a:chOff x="0" y="0"/>
          <a:chExt cx="0" cy="0"/>
        </a:xfrm>
      </p:grpSpPr>
      <p:sp>
        <p:nvSpPr>
          <p:cNvPr id="290" name="Google Shape;290;g2198db1af2c_1_315"/>
          <p:cNvSpPr txBox="1"/>
          <p:nvPr>
            <p:ph type="title"/>
          </p:nvPr>
        </p:nvSpPr>
        <p:spPr>
          <a:xfrm>
            <a:off x="720000" y="1874875"/>
            <a:ext cx="244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91" name="Google Shape;291;g2198db1af2c_1_315"/>
          <p:cNvSpPr txBox="1"/>
          <p:nvPr>
            <p:ph idx="2" type="title"/>
          </p:nvPr>
        </p:nvSpPr>
        <p:spPr>
          <a:xfrm>
            <a:off x="720000" y="13305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92" name="Google Shape;292;g2198db1af2c_1_315"/>
          <p:cNvSpPr txBox="1"/>
          <p:nvPr>
            <p:ph idx="1" type="subTitle"/>
          </p:nvPr>
        </p:nvSpPr>
        <p:spPr>
          <a:xfrm>
            <a:off x="720000" y="2325813"/>
            <a:ext cx="2444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3" name="Google Shape;293;g2198db1af2c_1_315"/>
          <p:cNvSpPr txBox="1"/>
          <p:nvPr>
            <p:ph idx="3" type="title"/>
          </p:nvPr>
        </p:nvSpPr>
        <p:spPr>
          <a:xfrm>
            <a:off x="3327300" y="1874875"/>
            <a:ext cx="2597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94" name="Google Shape;294;g2198db1af2c_1_315"/>
          <p:cNvSpPr txBox="1"/>
          <p:nvPr>
            <p:ph idx="4" type="title"/>
          </p:nvPr>
        </p:nvSpPr>
        <p:spPr>
          <a:xfrm>
            <a:off x="3327300" y="13305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95" name="Google Shape;295;g2198db1af2c_1_315"/>
          <p:cNvSpPr txBox="1"/>
          <p:nvPr>
            <p:ph idx="5" type="subTitle"/>
          </p:nvPr>
        </p:nvSpPr>
        <p:spPr>
          <a:xfrm>
            <a:off x="3327300" y="2329300"/>
            <a:ext cx="2597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6" name="Google Shape;296;g2198db1af2c_1_315"/>
          <p:cNvSpPr txBox="1"/>
          <p:nvPr>
            <p:ph idx="6" type="title"/>
          </p:nvPr>
        </p:nvSpPr>
        <p:spPr>
          <a:xfrm>
            <a:off x="6087600" y="1874875"/>
            <a:ext cx="244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97" name="Google Shape;297;g2198db1af2c_1_315"/>
          <p:cNvSpPr txBox="1"/>
          <p:nvPr>
            <p:ph idx="7" type="title"/>
          </p:nvPr>
        </p:nvSpPr>
        <p:spPr>
          <a:xfrm>
            <a:off x="6087600" y="13305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98" name="Google Shape;298;g2198db1af2c_1_315"/>
          <p:cNvSpPr txBox="1"/>
          <p:nvPr>
            <p:ph idx="8" type="subTitle"/>
          </p:nvPr>
        </p:nvSpPr>
        <p:spPr>
          <a:xfrm>
            <a:off x="6087600" y="2329300"/>
            <a:ext cx="2444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9" name="Google Shape;299;g2198db1af2c_1_315"/>
          <p:cNvSpPr txBox="1"/>
          <p:nvPr>
            <p:ph idx="9" type="title"/>
          </p:nvPr>
        </p:nvSpPr>
        <p:spPr>
          <a:xfrm>
            <a:off x="720000" y="3664275"/>
            <a:ext cx="244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0" name="Google Shape;300;g2198db1af2c_1_315"/>
          <p:cNvSpPr txBox="1"/>
          <p:nvPr>
            <p:ph idx="13" type="title"/>
          </p:nvPr>
        </p:nvSpPr>
        <p:spPr>
          <a:xfrm>
            <a:off x="720000" y="31199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01" name="Google Shape;301;g2198db1af2c_1_315"/>
          <p:cNvSpPr txBox="1"/>
          <p:nvPr>
            <p:ph idx="14" type="subTitle"/>
          </p:nvPr>
        </p:nvSpPr>
        <p:spPr>
          <a:xfrm>
            <a:off x="720000" y="4118700"/>
            <a:ext cx="2444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2" name="Google Shape;302;g2198db1af2c_1_315"/>
          <p:cNvSpPr txBox="1"/>
          <p:nvPr>
            <p:ph idx="15" type="title"/>
          </p:nvPr>
        </p:nvSpPr>
        <p:spPr>
          <a:xfrm>
            <a:off x="3327300" y="3664275"/>
            <a:ext cx="2597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3" name="Google Shape;303;g2198db1af2c_1_315"/>
          <p:cNvSpPr txBox="1"/>
          <p:nvPr>
            <p:ph idx="16" type="title"/>
          </p:nvPr>
        </p:nvSpPr>
        <p:spPr>
          <a:xfrm>
            <a:off x="3327300" y="31199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04" name="Google Shape;304;g2198db1af2c_1_315"/>
          <p:cNvSpPr txBox="1"/>
          <p:nvPr>
            <p:ph idx="17" type="subTitle"/>
          </p:nvPr>
        </p:nvSpPr>
        <p:spPr>
          <a:xfrm>
            <a:off x="3327300" y="4118700"/>
            <a:ext cx="2597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5" name="Google Shape;305;g2198db1af2c_1_315"/>
          <p:cNvSpPr txBox="1"/>
          <p:nvPr>
            <p:ph idx="18" type="title"/>
          </p:nvPr>
        </p:nvSpPr>
        <p:spPr>
          <a:xfrm>
            <a:off x="6087600" y="3664275"/>
            <a:ext cx="244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6" name="Google Shape;306;g2198db1af2c_1_315"/>
          <p:cNvSpPr txBox="1"/>
          <p:nvPr>
            <p:ph idx="19" type="title"/>
          </p:nvPr>
        </p:nvSpPr>
        <p:spPr>
          <a:xfrm>
            <a:off x="6087600" y="3119975"/>
            <a:ext cx="13341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07" name="Google Shape;307;g2198db1af2c_1_315"/>
          <p:cNvSpPr txBox="1"/>
          <p:nvPr>
            <p:ph idx="20" type="subTitle"/>
          </p:nvPr>
        </p:nvSpPr>
        <p:spPr>
          <a:xfrm>
            <a:off x="6087600" y="4118700"/>
            <a:ext cx="2444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8" name="Google Shape;308;g2198db1af2c_1_315"/>
          <p:cNvSpPr txBox="1"/>
          <p:nvPr>
            <p:ph idx="21"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sz="3000">
                <a:solidFill>
                  <a:schemeClr val="accent1"/>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09" name="Google Shape;309;g2198db1af2c_1_315"/>
          <p:cNvSpPr/>
          <p:nvPr/>
        </p:nvSpPr>
        <p:spPr>
          <a:xfrm flipH="1">
            <a:off x="6449100" y="-437475"/>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g2198db1af2c_1_315"/>
          <p:cNvSpPr/>
          <p:nvPr/>
        </p:nvSpPr>
        <p:spPr>
          <a:xfrm rot="10800000">
            <a:off x="7074850" y="-62625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2"/>
              </a:solidFill>
              <a:latin typeface="Arial"/>
              <a:ea typeface="Arial"/>
              <a:cs typeface="Arial"/>
              <a:sym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311" name="Shape 311"/>
        <p:cNvGrpSpPr/>
        <p:nvPr/>
      </p:nvGrpSpPr>
      <p:grpSpPr>
        <a:xfrm>
          <a:off x="0" y="0"/>
          <a:ext cx="0" cy="0"/>
          <a:chOff x="0" y="0"/>
          <a:chExt cx="0" cy="0"/>
        </a:xfrm>
      </p:grpSpPr>
      <p:sp>
        <p:nvSpPr>
          <p:cNvPr id="312" name="Google Shape;312;g2198db1af2c_1_337"/>
          <p:cNvSpPr txBox="1"/>
          <p:nvPr>
            <p:ph idx="1" type="subTitle"/>
          </p:nvPr>
        </p:nvSpPr>
        <p:spPr>
          <a:xfrm>
            <a:off x="2525675" y="3178675"/>
            <a:ext cx="4092600" cy="1546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3" name="Google Shape;313;g2198db1af2c_1_337"/>
          <p:cNvSpPr txBox="1"/>
          <p:nvPr>
            <p:ph type="title"/>
          </p:nvPr>
        </p:nvSpPr>
        <p:spPr>
          <a:xfrm>
            <a:off x="2525700" y="2741600"/>
            <a:ext cx="4092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14" name="Google Shape;314;g2198db1af2c_1_337"/>
          <p:cNvSpPr/>
          <p:nvPr/>
        </p:nvSpPr>
        <p:spPr>
          <a:xfrm flipH="1">
            <a:off x="6761925" y="-156750"/>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g2198db1af2c_1_337"/>
          <p:cNvSpPr/>
          <p:nvPr/>
        </p:nvSpPr>
        <p:spPr>
          <a:xfrm rot="10800000">
            <a:off x="6946525" y="-754575"/>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g2198db1af2c_1_337"/>
          <p:cNvSpPr/>
          <p:nvPr/>
        </p:nvSpPr>
        <p:spPr>
          <a:xfrm flipH="1" rot="10800000">
            <a:off x="-610111" y="-420997"/>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g2198db1af2c_1_337"/>
          <p:cNvSpPr/>
          <p:nvPr/>
        </p:nvSpPr>
        <p:spPr>
          <a:xfrm flipH="1" rot="10800000">
            <a:off x="-562185" y="-205384"/>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g2198db1af2c_1_337"/>
          <p:cNvSpPr/>
          <p:nvPr/>
        </p:nvSpPr>
        <p:spPr>
          <a:xfrm flipH="1" rot="10800000">
            <a:off x="-562185" y="-393259"/>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319" name="Shape 319"/>
        <p:cNvGrpSpPr/>
        <p:nvPr/>
      </p:nvGrpSpPr>
      <p:grpSpPr>
        <a:xfrm>
          <a:off x="0" y="0"/>
          <a:ext cx="0" cy="0"/>
          <a:chOff x="0" y="0"/>
          <a:chExt cx="0" cy="0"/>
        </a:xfrm>
      </p:grpSpPr>
      <p:sp>
        <p:nvSpPr>
          <p:cNvPr id="320" name="Google Shape;320;g2198db1af2c_1_345"/>
          <p:cNvSpPr txBox="1"/>
          <p:nvPr>
            <p:ph idx="1" type="subTitle"/>
          </p:nvPr>
        </p:nvSpPr>
        <p:spPr>
          <a:xfrm>
            <a:off x="813150" y="2327525"/>
            <a:ext cx="3556800" cy="1546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rgbClr val="000000"/>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1" name="Google Shape;321;g2198db1af2c_1_345"/>
          <p:cNvSpPr txBox="1"/>
          <p:nvPr>
            <p:ph type="title"/>
          </p:nvPr>
        </p:nvSpPr>
        <p:spPr>
          <a:xfrm>
            <a:off x="813150" y="1567975"/>
            <a:ext cx="45522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22" name="Google Shape;322;g2198db1af2c_1_345"/>
          <p:cNvSpPr/>
          <p:nvPr/>
        </p:nvSpPr>
        <p:spPr>
          <a:xfrm>
            <a:off x="-917811" y="3189990"/>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g2198db1af2c_1_345"/>
          <p:cNvSpPr/>
          <p:nvPr/>
        </p:nvSpPr>
        <p:spPr>
          <a:xfrm>
            <a:off x="-869885" y="3849437"/>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rgbClr val="BCDFF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2198db1af2c_1_345"/>
          <p:cNvSpPr/>
          <p:nvPr/>
        </p:nvSpPr>
        <p:spPr>
          <a:xfrm>
            <a:off x="-869885" y="3661564"/>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325" name="Shape 325"/>
        <p:cNvGrpSpPr/>
        <p:nvPr/>
      </p:nvGrpSpPr>
      <p:grpSpPr>
        <a:xfrm>
          <a:off x="0" y="0"/>
          <a:ext cx="0" cy="0"/>
          <a:chOff x="0" y="0"/>
          <a:chExt cx="0" cy="0"/>
        </a:xfrm>
      </p:grpSpPr>
      <p:sp>
        <p:nvSpPr>
          <p:cNvPr id="326" name="Google Shape;326;g2198db1af2c_1_351"/>
          <p:cNvSpPr txBox="1"/>
          <p:nvPr>
            <p:ph type="title"/>
          </p:nvPr>
        </p:nvSpPr>
        <p:spPr>
          <a:xfrm>
            <a:off x="720000" y="2926288"/>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solidFill>
                  <a:srgbClr val="191919"/>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27" name="Google Shape;327;g2198db1af2c_1_351"/>
          <p:cNvSpPr txBox="1"/>
          <p:nvPr>
            <p:ph idx="1" type="subTitle"/>
          </p:nvPr>
        </p:nvSpPr>
        <p:spPr>
          <a:xfrm>
            <a:off x="817200" y="3378000"/>
            <a:ext cx="2142000" cy="706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rgbClr val="19191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8" name="Google Shape;328;g2198db1af2c_1_351"/>
          <p:cNvSpPr txBox="1"/>
          <p:nvPr>
            <p:ph idx="2" type="title"/>
          </p:nvPr>
        </p:nvSpPr>
        <p:spPr>
          <a:xfrm>
            <a:off x="3403800" y="2926288"/>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solidFill>
                  <a:srgbClr val="191919"/>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29" name="Google Shape;329;g2198db1af2c_1_351"/>
          <p:cNvSpPr txBox="1"/>
          <p:nvPr>
            <p:ph idx="3" type="subTitle"/>
          </p:nvPr>
        </p:nvSpPr>
        <p:spPr>
          <a:xfrm>
            <a:off x="3501000" y="3378000"/>
            <a:ext cx="2142000" cy="706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rgbClr val="19191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0" name="Google Shape;330;g2198db1af2c_1_351"/>
          <p:cNvSpPr txBox="1"/>
          <p:nvPr>
            <p:ph idx="4" type="title"/>
          </p:nvPr>
        </p:nvSpPr>
        <p:spPr>
          <a:xfrm>
            <a:off x="6087600" y="2926288"/>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solidFill>
                  <a:srgbClr val="191919"/>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31" name="Google Shape;331;g2198db1af2c_1_351"/>
          <p:cNvSpPr txBox="1"/>
          <p:nvPr>
            <p:ph idx="5" type="subTitle"/>
          </p:nvPr>
        </p:nvSpPr>
        <p:spPr>
          <a:xfrm>
            <a:off x="6184800" y="3378000"/>
            <a:ext cx="2142000" cy="706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rgbClr val="19191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2" name="Google Shape;332;g2198db1af2c_1_351"/>
          <p:cNvSpPr txBox="1"/>
          <p:nvPr>
            <p:ph idx="6"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sz="3000">
                <a:solidFill>
                  <a:srgbClr val="46A9E7"/>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33" name="Google Shape;333;g2198db1af2c_1_351"/>
          <p:cNvSpPr/>
          <p:nvPr/>
        </p:nvSpPr>
        <p:spPr>
          <a:xfrm rot="10800000">
            <a:off x="-219050" y="-149750"/>
            <a:ext cx="3481850" cy="3311625"/>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rgbClr val="9ED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g2198db1af2c_1_351"/>
          <p:cNvSpPr/>
          <p:nvPr/>
        </p:nvSpPr>
        <p:spPr>
          <a:xfrm rot="10800000">
            <a:off x="-219050" y="-51025"/>
            <a:ext cx="2351150" cy="2750075"/>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rgbClr val="BCDFF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g2198db1af2c_1_351"/>
          <p:cNvSpPr/>
          <p:nvPr/>
        </p:nvSpPr>
        <p:spPr>
          <a:xfrm rot="10800000">
            <a:off x="-219050" y="-43625"/>
            <a:ext cx="1530450" cy="942275"/>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rgbClr val="E6F5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g2198db1af2c_1_351"/>
          <p:cNvSpPr/>
          <p:nvPr/>
        </p:nvSpPr>
        <p:spPr>
          <a:xfrm rot="10800000">
            <a:off x="7009450" y="-83500"/>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rgbClr val="9ED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g2198db1af2c_1_351"/>
          <p:cNvSpPr/>
          <p:nvPr/>
        </p:nvSpPr>
        <p:spPr>
          <a:xfrm rot="10800000">
            <a:off x="6843025" y="-58425"/>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rgbClr val="BCDFF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g2198db1af2c_1_351"/>
          <p:cNvSpPr/>
          <p:nvPr/>
        </p:nvSpPr>
        <p:spPr>
          <a:xfrm rot="10800000">
            <a:off x="7596825" y="-51025"/>
            <a:ext cx="1545650" cy="1464325"/>
          </a:xfrm>
          <a:custGeom>
            <a:rect b="b" l="l" r="r" t="t"/>
            <a:pathLst>
              <a:path extrusionOk="0" h="58573" w="61826">
                <a:moveTo>
                  <a:pt x="0" y="58573"/>
                </a:moveTo>
                <a:lnTo>
                  <a:pt x="61612" y="58573"/>
                </a:lnTo>
                <a:cubicBezTo>
                  <a:pt x="61825" y="43648"/>
                  <a:pt x="52828" y="28177"/>
                  <a:pt x="30213" y="25776"/>
                </a:cubicBezTo>
                <a:cubicBezTo>
                  <a:pt x="9605" y="23618"/>
                  <a:pt x="5623" y="14469"/>
                  <a:pt x="0" y="0"/>
                </a:cubicBezTo>
                <a:close/>
              </a:path>
            </a:pathLst>
          </a:custGeom>
          <a:solidFill>
            <a:srgbClr val="E6F5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solidFill>
          <a:srgbClr val="46A9E7">
            <a:alpha val="6666"/>
          </a:srgbClr>
        </a:solidFill>
      </p:bgPr>
    </p:bg>
    <p:spTree>
      <p:nvGrpSpPr>
        <p:cNvPr id="339" name="Shape 339"/>
        <p:cNvGrpSpPr/>
        <p:nvPr/>
      </p:nvGrpSpPr>
      <p:grpSpPr>
        <a:xfrm>
          <a:off x="0" y="0"/>
          <a:ext cx="0" cy="0"/>
          <a:chOff x="0" y="0"/>
          <a:chExt cx="0" cy="0"/>
        </a:xfrm>
      </p:grpSpPr>
      <p:sp>
        <p:nvSpPr>
          <p:cNvPr id="340" name="Google Shape;340;g2198db1af2c_1_365"/>
          <p:cNvSpPr txBox="1"/>
          <p:nvPr>
            <p:ph type="title"/>
          </p:nvPr>
        </p:nvSpPr>
        <p:spPr>
          <a:xfrm>
            <a:off x="2290025" y="3185288"/>
            <a:ext cx="4563900" cy="531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200">
                <a:solidFill>
                  <a:srgbClr val="46A9E7"/>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341" name="Google Shape;341;g2198db1af2c_1_365"/>
          <p:cNvSpPr txBox="1"/>
          <p:nvPr>
            <p:ph idx="1" type="subTitle"/>
          </p:nvPr>
        </p:nvSpPr>
        <p:spPr>
          <a:xfrm>
            <a:off x="1708625" y="1426325"/>
            <a:ext cx="5726700" cy="1640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solidFill>
                  <a:schemeClr val="lt1"/>
                </a:solidFill>
                <a:latin typeface="Anaheim"/>
                <a:ea typeface="Anaheim"/>
                <a:cs typeface="Anaheim"/>
                <a:sym typeface="Anaheim"/>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42" name="Google Shape;342;g2198db1af2c_1_365"/>
          <p:cNvSpPr txBox="1"/>
          <p:nvPr>
            <p:ph idx="12" type="sldNum"/>
          </p:nvPr>
        </p:nvSpPr>
        <p:spPr>
          <a:xfrm>
            <a:off x="8404384" y="4673651"/>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343" name="Google Shape;343;g2198db1af2c_1_365"/>
          <p:cNvSpPr/>
          <p:nvPr/>
        </p:nvSpPr>
        <p:spPr>
          <a:xfrm flipH="1" rot="10800000">
            <a:off x="659175" y="-328750"/>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g2198db1af2c_1_365"/>
          <p:cNvSpPr/>
          <p:nvPr/>
        </p:nvSpPr>
        <p:spPr>
          <a:xfrm flipH="1" rot="10800000">
            <a:off x="-154025" y="-157975"/>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g2198db1af2c_1_365"/>
          <p:cNvSpPr/>
          <p:nvPr/>
        </p:nvSpPr>
        <p:spPr>
          <a:xfrm flipH="1" rot="10800000">
            <a:off x="-110700" y="-13290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g2198db1af2c_1_365"/>
          <p:cNvSpPr/>
          <p:nvPr/>
        </p:nvSpPr>
        <p:spPr>
          <a:xfrm rot="10800000">
            <a:off x="6425950" y="2109538"/>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g2198db1af2c_1_365"/>
          <p:cNvSpPr/>
          <p:nvPr/>
        </p:nvSpPr>
        <p:spPr>
          <a:xfrm rot="10800000">
            <a:off x="6267900" y="3462388"/>
            <a:ext cx="2911925" cy="1775125"/>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g2198db1af2c_1_365"/>
          <p:cNvSpPr/>
          <p:nvPr/>
        </p:nvSpPr>
        <p:spPr>
          <a:xfrm rot="10800000">
            <a:off x="7368975" y="4533838"/>
            <a:ext cx="1810850" cy="703675"/>
          </a:xfrm>
          <a:custGeom>
            <a:rect b="b" l="l" r="r" t="t"/>
            <a:pathLst>
              <a:path extrusionOk="0" h="28147" w="72434">
                <a:moveTo>
                  <a:pt x="0" y="0"/>
                </a:moveTo>
                <a:lnTo>
                  <a:pt x="0" y="28147"/>
                </a:lnTo>
                <a:cubicBezTo>
                  <a:pt x="4012" y="26870"/>
                  <a:pt x="8177" y="26110"/>
                  <a:pt x="12310" y="25745"/>
                </a:cubicBezTo>
                <a:cubicBezTo>
                  <a:pt x="21247" y="24955"/>
                  <a:pt x="30274" y="25563"/>
                  <a:pt x="39180" y="24682"/>
                </a:cubicBezTo>
                <a:cubicBezTo>
                  <a:pt x="48117" y="23800"/>
                  <a:pt x="57235" y="21308"/>
                  <a:pt x="64074" y="15107"/>
                </a:cubicBezTo>
                <a:cubicBezTo>
                  <a:pt x="68299" y="11277"/>
                  <a:pt x="71400" y="5745"/>
                  <a:pt x="724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bg>
      <p:bgPr>
        <a:solidFill>
          <a:srgbClr val="46A9E7">
            <a:alpha val="6666"/>
          </a:srgbClr>
        </a:solidFill>
      </p:bgPr>
    </p:bg>
    <p:spTree>
      <p:nvGrpSpPr>
        <p:cNvPr id="349" name="Shape 349"/>
        <p:cNvGrpSpPr/>
        <p:nvPr/>
      </p:nvGrpSpPr>
      <p:grpSpPr>
        <a:xfrm>
          <a:off x="0" y="0"/>
          <a:ext cx="0" cy="0"/>
          <a:chOff x="0" y="0"/>
          <a:chExt cx="0" cy="0"/>
        </a:xfrm>
      </p:grpSpPr>
      <p:sp>
        <p:nvSpPr>
          <p:cNvPr id="350" name="Google Shape;350;g2198db1af2c_1_375"/>
          <p:cNvSpPr txBox="1"/>
          <p:nvPr>
            <p:ph type="title"/>
          </p:nvPr>
        </p:nvSpPr>
        <p:spPr>
          <a:xfrm>
            <a:off x="720000" y="2005963"/>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solidFill>
                  <a:schemeClr val="dk1"/>
                </a:solidFill>
              </a:defRPr>
            </a:lvl1pPr>
            <a:lvl2pPr lvl="1" algn="ctr">
              <a:lnSpc>
                <a:spcPct val="100000"/>
              </a:lnSpc>
              <a:spcBef>
                <a:spcPts val="0"/>
              </a:spcBef>
              <a:spcAft>
                <a:spcPts val="0"/>
              </a:spcAft>
              <a:buClr>
                <a:schemeClr val="accent1"/>
              </a:buClr>
              <a:buSzPts val="2500"/>
              <a:buNone/>
              <a:defRPr sz="2500">
                <a:solidFill>
                  <a:schemeClr val="accent1"/>
                </a:solidFill>
              </a:defRPr>
            </a:lvl2pPr>
            <a:lvl3pPr lvl="2" algn="ctr">
              <a:lnSpc>
                <a:spcPct val="100000"/>
              </a:lnSpc>
              <a:spcBef>
                <a:spcPts val="0"/>
              </a:spcBef>
              <a:spcAft>
                <a:spcPts val="0"/>
              </a:spcAft>
              <a:buClr>
                <a:schemeClr val="accent1"/>
              </a:buClr>
              <a:buSzPts val="2500"/>
              <a:buNone/>
              <a:defRPr sz="2500">
                <a:solidFill>
                  <a:schemeClr val="accent1"/>
                </a:solidFill>
              </a:defRPr>
            </a:lvl3pPr>
            <a:lvl4pPr lvl="3" algn="ctr">
              <a:lnSpc>
                <a:spcPct val="100000"/>
              </a:lnSpc>
              <a:spcBef>
                <a:spcPts val="0"/>
              </a:spcBef>
              <a:spcAft>
                <a:spcPts val="0"/>
              </a:spcAft>
              <a:buClr>
                <a:schemeClr val="accent1"/>
              </a:buClr>
              <a:buSzPts val="2500"/>
              <a:buNone/>
              <a:defRPr sz="2500">
                <a:solidFill>
                  <a:schemeClr val="accent1"/>
                </a:solidFill>
              </a:defRPr>
            </a:lvl4pPr>
            <a:lvl5pPr lvl="4" algn="ctr">
              <a:lnSpc>
                <a:spcPct val="100000"/>
              </a:lnSpc>
              <a:spcBef>
                <a:spcPts val="0"/>
              </a:spcBef>
              <a:spcAft>
                <a:spcPts val="0"/>
              </a:spcAft>
              <a:buClr>
                <a:schemeClr val="accent1"/>
              </a:buClr>
              <a:buSzPts val="2500"/>
              <a:buNone/>
              <a:defRPr sz="2500">
                <a:solidFill>
                  <a:schemeClr val="accent1"/>
                </a:solidFill>
              </a:defRPr>
            </a:lvl5pPr>
            <a:lvl6pPr lvl="5" algn="ctr">
              <a:lnSpc>
                <a:spcPct val="100000"/>
              </a:lnSpc>
              <a:spcBef>
                <a:spcPts val="0"/>
              </a:spcBef>
              <a:spcAft>
                <a:spcPts val="0"/>
              </a:spcAft>
              <a:buClr>
                <a:schemeClr val="accent1"/>
              </a:buClr>
              <a:buSzPts val="2500"/>
              <a:buNone/>
              <a:defRPr sz="2500">
                <a:solidFill>
                  <a:schemeClr val="accent1"/>
                </a:solidFill>
              </a:defRPr>
            </a:lvl6pPr>
            <a:lvl7pPr lvl="6" algn="ctr">
              <a:lnSpc>
                <a:spcPct val="100000"/>
              </a:lnSpc>
              <a:spcBef>
                <a:spcPts val="0"/>
              </a:spcBef>
              <a:spcAft>
                <a:spcPts val="0"/>
              </a:spcAft>
              <a:buClr>
                <a:schemeClr val="accent1"/>
              </a:buClr>
              <a:buSzPts val="2500"/>
              <a:buNone/>
              <a:defRPr sz="2500">
                <a:solidFill>
                  <a:schemeClr val="accent1"/>
                </a:solidFill>
              </a:defRPr>
            </a:lvl7pPr>
            <a:lvl8pPr lvl="7" algn="ctr">
              <a:lnSpc>
                <a:spcPct val="100000"/>
              </a:lnSpc>
              <a:spcBef>
                <a:spcPts val="0"/>
              </a:spcBef>
              <a:spcAft>
                <a:spcPts val="0"/>
              </a:spcAft>
              <a:buClr>
                <a:schemeClr val="accent1"/>
              </a:buClr>
              <a:buSzPts val="2500"/>
              <a:buNone/>
              <a:defRPr sz="2500">
                <a:solidFill>
                  <a:schemeClr val="accent1"/>
                </a:solidFill>
              </a:defRPr>
            </a:lvl8pPr>
            <a:lvl9pPr lvl="8" algn="ctr">
              <a:lnSpc>
                <a:spcPct val="100000"/>
              </a:lnSpc>
              <a:spcBef>
                <a:spcPts val="0"/>
              </a:spcBef>
              <a:spcAft>
                <a:spcPts val="0"/>
              </a:spcAft>
              <a:buClr>
                <a:schemeClr val="accent1"/>
              </a:buClr>
              <a:buSzPts val="2500"/>
              <a:buNone/>
              <a:defRPr sz="2500">
                <a:solidFill>
                  <a:schemeClr val="accent1"/>
                </a:solidFill>
              </a:defRPr>
            </a:lvl9pPr>
          </a:lstStyle>
          <a:p/>
        </p:txBody>
      </p:sp>
      <p:sp>
        <p:nvSpPr>
          <p:cNvPr id="351" name="Google Shape;351;g2198db1af2c_1_375"/>
          <p:cNvSpPr txBox="1"/>
          <p:nvPr>
            <p:ph idx="1" type="subTitle"/>
          </p:nvPr>
        </p:nvSpPr>
        <p:spPr>
          <a:xfrm>
            <a:off x="720000" y="2486625"/>
            <a:ext cx="2336400" cy="638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400"/>
              <a:buNone/>
              <a:defRPr sz="1400">
                <a:solidFill>
                  <a:schemeClr val="dk1"/>
                </a:solidFill>
              </a:defRPr>
            </a:lvl1pPr>
            <a:lvl2pPr lvl="1" algn="ctr">
              <a:lnSpc>
                <a:spcPct val="100000"/>
              </a:lnSpc>
              <a:spcBef>
                <a:spcPts val="0"/>
              </a:spcBef>
              <a:spcAft>
                <a:spcPts val="0"/>
              </a:spcAft>
              <a:buClr>
                <a:schemeClr val="lt1"/>
              </a:buClr>
              <a:buSzPts val="1400"/>
              <a:buNone/>
              <a:defRPr>
                <a:solidFill>
                  <a:schemeClr val="lt1"/>
                </a:solidFill>
              </a:defRPr>
            </a:lvl2pPr>
            <a:lvl3pPr lvl="2" algn="ctr">
              <a:lnSpc>
                <a:spcPct val="100000"/>
              </a:lnSpc>
              <a:spcBef>
                <a:spcPts val="0"/>
              </a:spcBef>
              <a:spcAft>
                <a:spcPts val="0"/>
              </a:spcAft>
              <a:buClr>
                <a:schemeClr val="lt1"/>
              </a:buClr>
              <a:buSzPts val="1400"/>
              <a:buNone/>
              <a:defRPr>
                <a:solidFill>
                  <a:schemeClr val="lt1"/>
                </a:solidFill>
              </a:defRPr>
            </a:lvl3pPr>
            <a:lvl4pPr lvl="3" algn="ctr">
              <a:lnSpc>
                <a:spcPct val="100000"/>
              </a:lnSpc>
              <a:spcBef>
                <a:spcPts val="0"/>
              </a:spcBef>
              <a:spcAft>
                <a:spcPts val="0"/>
              </a:spcAft>
              <a:buClr>
                <a:schemeClr val="lt1"/>
              </a:buClr>
              <a:buSzPts val="1400"/>
              <a:buNone/>
              <a:defRPr>
                <a:solidFill>
                  <a:schemeClr val="lt1"/>
                </a:solidFill>
              </a:defRPr>
            </a:lvl4pPr>
            <a:lvl5pPr lvl="4" algn="ctr">
              <a:lnSpc>
                <a:spcPct val="100000"/>
              </a:lnSpc>
              <a:spcBef>
                <a:spcPts val="0"/>
              </a:spcBef>
              <a:spcAft>
                <a:spcPts val="0"/>
              </a:spcAft>
              <a:buClr>
                <a:schemeClr val="lt1"/>
              </a:buClr>
              <a:buSzPts val="1400"/>
              <a:buNone/>
              <a:defRPr>
                <a:solidFill>
                  <a:schemeClr val="lt1"/>
                </a:solidFill>
              </a:defRPr>
            </a:lvl5pPr>
            <a:lvl6pPr lvl="5" algn="ctr">
              <a:lnSpc>
                <a:spcPct val="100000"/>
              </a:lnSpc>
              <a:spcBef>
                <a:spcPts val="0"/>
              </a:spcBef>
              <a:spcAft>
                <a:spcPts val="0"/>
              </a:spcAft>
              <a:buClr>
                <a:schemeClr val="lt1"/>
              </a:buClr>
              <a:buSzPts val="1400"/>
              <a:buNone/>
              <a:defRPr>
                <a:solidFill>
                  <a:schemeClr val="lt1"/>
                </a:solidFill>
              </a:defRPr>
            </a:lvl6pPr>
            <a:lvl7pPr lvl="6" algn="ctr">
              <a:lnSpc>
                <a:spcPct val="100000"/>
              </a:lnSpc>
              <a:spcBef>
                <a:spcPts val="0"/>
              </a:spcBef>
              <a:spcAft>
                <a:spcPts val="0"/>
              </a:spcAft>
              <a:buClr>
                <a:schemeClr val="lt1"/>
              </a:buClr>
              <a:buSzPts val="1400"/>
              <a:buNone/>
              <a:defRPr>
                <a:solidFill>
                  <a:schemeClr val="lt1"/>
                </a:solidFill>
              </a:defRPr>
            </a:lvl7pPr>
            <a:lvl8pPr lvl="7" algn="ctr">
              <a:lnSpc>
                <a:spcPct val="100000"/>
              </a:lnSpc>
              <a:spcBef>
                <a:spcPts val="0"/>
              </a:spcBef>
              <a:spcAft>
                <a:spcPts val="0"/>
              </a:spcAft>
              <a:buClr>
                <a:schemeClr val="lt1"/>
              </a:buClr>
              <a:buSzPts val="1400"/>
              <a:buNone/>
              <a:defRPr>
                <a:solidFill>
                  <a:schemeClr val="lt1"/>
                </a:solidFill>
              </a:defRPr>
            </a:lvl8pPr>
            <a:lvl9pPr lvl="8" algn="ctr">
              <a:lnSpc>
                <a:spcPct val="100000"/>
              </a:lnSpc>
              <a:spcBef>
                <a:spcPts val="0"/>
              </a:spcBef>
              <a:spcAft>
                <a:spcPts val="0"/>
              </a:spcAft>
              <a:buClr>
                <a:schemeClr val="lt1"/>
              </a:buClr>
              <a:buSzPts val="1400"/>
              <a:buNone/>
              <a:defRPr>
                <a:solidFill>
                  <a:schemeClr val="lt1"/>
                </a:solidFill>
              </a:defRPr>
            </a:lvl9pPr>
          </a:lstStyle>
          <a:p/>
        </p:txBody>
      </p:sp>
      <p:sp>
        <p:nvSpPr>
          <p:cNvPr id="352" name="Google Shape;352;g2198db1af2c_1_375"/>
          <p:cNvSpPr txBox="1"/>
          <p:nvPr>
            <p:ph idx="2" type="title"/>
          </p:nvPr>
        </p:nvSpPr>
        <p:spPr>
          <a:xfrm>
            <a:off x="3403800" y="3196613"/>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solidFill>
                  <a:schemeClr val="dk1"/>
                </a:solidFill>
              </a:defRPr>
            </a:lvl1pPr>
            <a:lvl2pPr lvl="1" algn="ctr">
              <a:lnSpc>
                <a:spcPct val="100000"/>
              </a:lnSpc>
              <a:spcBef>
                <a:spcPts val="0"/>
              </a:spcBef>
              <a:spcAft>
                <a:spcPts val="0"/>
              </a:spcAft>
              <a:buClr>
                <a:schemeClr val="accent1"/>
              </a:buClr>
              <a:buSzPts val="2500"/>
              <a:buNone/>
              <a:defRPr sz="2500">
                <a:solidFill>
                  <a:schemeClr val="accent1"/>
                </a:solidFill>
              </a:defRPr>
            </a:lvl2pPr>
            <a:lvl3pPr lvl="2" algn="ctr">
              <a:lnSpc>
                <a:spcPct val="100000"/>
              </a:lnSpc>
              <a:spcBef>
                <a:spcPts val="0"/>
              </a:spcBef>
              <a:spcAft>
                <a:spcPts val="0"/>
              </a:spcAft>
              <a:buClr>
                <a:schemeClr val="accent1"/>
              </a:buClr>
              <a:buSzPts val="2500"/>
              <a:buNone/>
              <a:defRPr sz="2500">
                <a:solidFill>
                  <a:schemeClr val="accent1"/>
                </a:solidFill>
              </a:defRPr>
            </a:lvl3pPr>
            <a:lvl4pPr lvl="3" algn="ctr">
              <a:lnSpc>
                <a:spcPct val="100000"/>
              </a:lnSpc>
              <a:spcBef>
                <a:spcPts val="0"/>
              </a:spcBef>
              <a:spcAft>
                <a:spcPts val="0"/>
              </a:spcAft>
              <a:buClr>
                <a:schemeClr val="accent1"/>
              </a:buClr>
              <a:buSzPts val="2500"/>
              <a:buNone/>
              <a:defRPr sz="2500">
                <a:solidFill>
                  <a:schemeClr val="accent1"/>
                </a:solidFill>
              </a:defRPr>
            </a:lvl4pPr>
            <a:lvl5pPr lvl="4" algn="ctr">
              <a:lnSpc>
                <a:spcPct val="100000"/>
              </a:lnSpc>
              <a:spcBef>
                <a:spcPts val="0"/>
              </a:spcBef>
              <a:spcAft>
                <a:spcPts val="0"/>
              </a:spcAft>
              <a:buClr>
                <a:schemeClr val="accent1"/>
              </a:buClr>
              <a:buSzPts val="2500"/>
              <a:buNone/>
              <a:defRPr sz="2500">
                <a:solidFill>
                  <a:schemeClr val="accent1"/>
                </a:solidFill>
              </a:defRPr>
            </a:lvl5pPr>
            <a:lvl6pPr lvl="5" algn="ctr">
              <a:lnSpc>
                <a:spcPct val="100000"/>
              </a:lnSpc>
              <a:spcBef>
                <a:spcPts val="0"/>
              </a:spcBef>
              <a:spcAft>
                <a:spcPts val="0"/>
              </a:spcAft>
              <a:buClr>
                <a:schemeClr val="accent1"/>
              </a:buClr>
              <a:buSzPts val="2500"/>
              <a:buNone/>
              <a:defRPr sz="2500">
                <a:solidFill>
                  <a:schemeClr val="accent1"/>
                </a:solidFill>
              </a:defRPr>
            </a:lvl6pPr>
            <a:lvl7pPr lvl="6" algn="ctr">
              <a:lnSpc>
                <a:spcPct val="100000"/>
              </a:lnSpc>
              <a:spcBef>
                <a:spcPts val="0"/>
              </a:spcBef>
              <a:spcAft>
                <a:spcPts val="0"/>
              </a:spcAft>
              <a:buClr>
                <a:schemeClr val="accent1"/>
              </a:buClr>
              <a:buSzPts val="2500"/>
              <a:buNone/>
              <a:defRPr sz="2500">
                <a:solidFill>
                  <a:schemeClr val="accent1"/>
                </a:solidFill>
              </a:defRPr>
            </a:lvl7pPr>
            <a:lvl8pPr lvl="7" algn="ctr">
              <a:lnSpc>
                <a:spcPct val="100000"/>
              </a:lnSpc>
              <a:spcBef>
                <a:spcPts val="0"/>
              </a:spcBef>
              <a:spcAft>
                <a:spcPts val="0"/>
              </a:spcAft>
              <a:buClr>
                <a:schemeClr val="accent1"/>
              </a:buClr>
              <a:buSzPts val="2500"/>
              <a:buNone/>
              <a:defRPr sz="2500">
                <a:solidFill>
                  <a:schemeClr val="accent1"/>
                </a:solidFill>
              </a:defRPr>
            </a:lvl8pPr>
            <a:lvl9pPr lvl="8" algn="ctr">
              <a:lnSpc>
                <a:spcPct val="100000"/>
              </a:lnSpc>
              <a:spcBef>
                <a:spcPts val="0"/>
              </a:spcBef>
              <a:spcAft>
                <a:spcPts val="0"/>
              </a:spcAft>
              <a:buClr>
                <a:schemeClr val="accent1"/>
              </a:buClr>
              <a:buSzPts val="2500"/>
              <a:buNone/>
              <a:defRPr sz="2500">
                <a:solidFill>
                  <a:schemeClr val="accent1"/>
                </a:solidFill>
              </a:defRPr>
            </a:lvl9pPr>
          </a:lstStyle>
          <a:p/>
        </p:txBody>
      </p:sp>
      <p:sp>
        <p:nvSpPr>
          <p:cNvPr id="353" name="Google Shape;353;g2198db1af2c_1_375"/>
          <p:cNvSpPr txBox="1"/>
          <p:nvPr>
            <p:ph idx="3" type="subTitle"/>
          </p:nvPr>
        </p:nvSpPr>
        <p:spPr>
          <a:xfrm>
            <a:off x="3403800" y="3680075"/>
            <a:ext cx="2336400" cy="638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400"/>
              <a:buNone/>
              <a:defRPr sz="1400">
                <a:solidFill>
                  <a:schemeClr val="dk1"/>
                </a:solidFill>
              </a:defRPr>
            </a:lvl1pPr>
            <a:lvl2pPr lvl="1" algn="ctr">
              <a:lnSpc>
                <a:spcPct val="100000"/>
              </a:lnSpc>
              <a:spcBef>
                <a:spcPts val="0"/>
              </a:spcBef>
              <a:spcAft>
                <a:spcPts val="0"/>
              </a:spcAft>
              <a:buClr>
                <a:schemeClr val="lt1"/>
              </a:buClr>
              <a:buSzPts val="1400"/>
              <a:buNone/>
              <a:defRPr>
                <a:solidFill>
                  <a:schemeClr val="lt1"/>
                </a:solidFill>
              </a:defRPr>
            </a:lvl2pPr>
            <a:lvl3pPr lvl="2" algn="ctr">
              <a:lnSpc>
                <a:spcPct val="100000"/>
              </a:lnSpc>
              <a:spcBef>
                <a:spcPts val="0"/>
              </a:spcBef>
              <a:spcAft>
                <a:spcPts val="0"/>
              </a:spcAft>
              <a:buClr>
                <a:schemeClr val="lt1"/>
              </a:buClr>
              <a:buSzPts val="1400"/>
              <a:buNone/>
              <a:defRPr>
                <a:solidFill>
                  <a:schemeClr val="lt1"/>
                </a:solidFill>
              </a:defRPr>
            </a:lvl3pPr>
            <a:lvl4pPr lvl="3" algn="ctr">
              <a:lnSpc>
                <a:spcPct val="100000"/>
              </a:lnSpc>
              <a:spcBef>
                <a:spcPts val="0"/>
              </a:spcBef>
              <a:spcAft>
                <a:spcPts val="0"/>
              </a:spcAft>
              <a:buClr>
                <a:schemeClr val="lt1"/>
              </a:buClr>
              <a:buSzPts val="1400"/>
              <a:buNone/>
              <a:defRPr>
                <a:solidFill>
                  <a:schemeClr val="lt1"/>
                </a:solidFill>
              </a:defRPr>
            </a:lvl4pPr>
            <a:lvl5pPr lvl="4" algn="ctr">
              <a:lnSpc>
                <a:spcPct val="100000"/>
              </a:lnSpc>
              <a:spcBef>
                <a:spcPts val="0"/>
              </a:spcBef>
              <a:spcAft>
                <a:spcPts val="0"/>
              </a:spcAft>
              <a:buClr>
                <a:schemeClr val="lt1"/>
              </a:buClr>
              <a:buSzPts val="1400"/>
              <a:buNone/>
              <a:defRPr>
                <a:solidFill>
                  <a:schemeClr val="lt1"/>
                </a:solidFill>
              </a:defRPr>
            </a:lvl5pPr>
            <a:lvl6pPr lvl="5" algn="ctr">
              <a:lnSpc>
                <a:spcPct val="100000"/>
              </a:lnSpc>
              <a:spcBef>
                <a:spcPts val="0"/>
              </a:spcBef>
              <a:spcAft>
                <a:spcPts val="0"/>
              </a:spcAft>
              <a:buClr>
                <a:schemeClr val="lt1"/>
              </a:buClr>
              <a:buSzPts val="1400"/>
              <a:buNone/>
              <a:defRPr>
                <a:solidFill>
                  <a:schemeClr val="lt1"/>
                </a:solidFill>
              </a:defRPr>
            </a:lvl6pPr>
            <a:lvl7pPr lvl="6" algn="ctr">
              <a:lnSpc>
                <a:spcPct val="100000"/>
              </a:lnSpc>
              <a:spcBef>
                <a:spcPts val="0"/>
              </a:spcBef>
              <a:spcAft>
                <a:spcPts val="0"/>
              </a:spcAft>
              <a:buClr>
                <a:schemeClr val="lt1"/>
              </a:buClr>
              <a:buSzPts val="1400"/>
              <a:buNone/>
              <a:defRPr>
                <a:solidFill>
                  <a:schemeClr val="lt1"/>
                </a:solidFill>
              </a:defRPr>
            </a:lvl7pPr>
            <a:lvl8pPr lvl="7" algn="ctr">
              <a:lnSpc>
                <a:spcPct val="100000"/>
              </a:lnSpc>
              <a:spcBef>
                <a:spcPts val="0"/>
              </a:spcBef>
              <a:spcAft>
                <a:spcPts val="0"/>
              </a:spcAft>
              <a:buClr>
                <a:schemeClr val="lt1"/>
              </a:buClr>
              <a:buSzPts val="1400"/>
              <a:buNone/>
              <a:defRPr>
                <a:solidFill>
                  <a:schemeClr val="lt1"/>
                </a:solidFill>
              </a:defRPr>
            </a:lvl8pPr>
            <a:lvl9pPr lvl="8" algn="ctr">
              <a:lnSpc>
                <a:spcPct val="100000"/>
              </a:lnSpc>
              <a:spcBef>
                <a:spcPts val="0"/>
              </a:spcBef>
              <a:spcAft>
                <a:spcPts val="0"/>
              </a:spcAft>
              <a:buClr>
                <a:schemeClr val="lt1"/>
              </a:buClr>
              <a:buSzPts val="1400"/>
              <a:buNone/>
              <a:defRPr>
                <a:solidFill>
                  <a:schemeClr val="lt1"/>
                </a:solidFill>
              </a:defRPr>
            </a:lvl9pPr>
          </a:lstStyle>
          <a:p/>
        </p:txBody>
      </p:sp>
      <p:sp>
        <p:nvSpPr>
          <p:cNvPr id="354" name="Google Shape;354;g2198db1af2c_1_375"/>
          <p:cNvSpPr txBox="1"/>
          <p:nvPr>
            <p:ph idx="4" type="title"/>
          </p:nvPr>
        </p:nvSpPr>
        <p:spPr>
          <a:xfrm>
            <a:off x="6087600" y="2005975"/>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solidFill>
                  <a:schemeClr val="dk1"/>
                </a:solidFill>
              </a:defRPr>
            </a:lvl1pPr>
            <a:lvl2pPr lvl="1" algn="ctr">
              <a:lnSpc>
                <a:spcPct val="100000"/>
              </a:lnSpc>
              <a:spcBef>
                <a:spcPts val="0"/>
              </a:spcBef>
              <a:spcAft>
                <a:spcPts val="0"/>
              </a:spcAft>
              <a:buClr>
                <a:schemeClr val="accent1"/>
              </a:buClr>
              <a:buSzPts val="2500"/>
              <a:buNone/>
              <a:defRPr sz="2500">
                <a:solidFill>
                  <a:schemeClr val="accent1"/>
                </a:solidFill>
              </a:defRPr>
            </a:lvl2pPr>
            <a:lvl3pPr lvl="2" algn="ctr">
              <a:lnSpc>
                <a:spcPct val="100000"/>
              </a:lnSpc>
              <a:spcBef>
                <a:spcPts val="0"/>
              </a:spcBef>
              <a:spcAft>
                <a:spcPts val="0"/>
              </a:spcAft>
              <a:buClr>
                <a:schemeClr val="accent1"/>
              </a:buClr>
              <a:buSzPts val="2500"/>
              <a:buNone/>
              <a:defRPr sz="2500">
                <a:solidFill>
                  <a:schemeClr val="accent1"/>
                </a:solidFill>
              </a:defRPr>
            </a:lvl3pPr>
            <a:lvl4pPr lvl="3" algn="ctr">
              <a:lnSpc>
                <a:spcPct val="100000"/>
              </a:lnSpc>
              <a:spcBef>
                <a:spcPts val="0"/>
              </a:spcBef>
              <a:spcAft>
                <a:spcPts val="0"/>
              </a:spcAft>
              <a:buClr>
                <a:schemeClr val="accent1"/>
              </a:buClr>
              <a:buSzPts val="2500"/>
              <a:buNone/>
              <a:defRPr sz="2500">
                <a:solidFill>
                  <a:schemeClr val="accent1"/>
                </a:solidFill>
              </a:defRPr>
            </a:lvl4pPr>
            <a:lvl5pPr lvl="4" algn="ctr">
              <a:lnSpc>
                <a:spcPct val="100000"/>
              </a:lnSpc>
              <a:spcBef>
                <a:spcPts val="0"/>
              </a:spcBef>
              <a:spcAft>
                <a:spcPts val="0"/>
              </a:spcAft>
              <a:buClr>
                <a:schemeClr val="accent1"/>
              </a:buClr>
              <a:buSzPts val="2500"/>
              <a:buNone/>
              <a:defRPr sz="2500">
                <a:solidFill>
                  <a:schemeClr val="accent1"/>
                </a:solidFill>
              </a:defRPr>
            </a:lvl5pPr>
            <a:lvl6pPr lvl="5" algn="ctr">
              <a:lnSpc>
                <a:spcPct val="100000"/>
              </a:lnSpc>
              <a:spcBef>
                <a:spcPts val="0"/>
              </a:spcBef>
              <a:spcAft>
                <a:spcPts val="0"/>
              </a:spcAft>
              <a:buClr>
                <a:schemeClr val="accent1"/>
              </a:buClr>
              <a:buSzPts val="2500"/>
              <a:buNone/>
              <a:defRPr sz="2500">
                <a:solidFill>
                  <a:schemeClr val="accent1"/>
                </a:solidFill>
              </a:defRPr>
            </a:lvl6pPr>
            <a:lvl7pPr lvl="6" algn="ctr">
              <a:lnSpc>
                <a:spcPct val="100000"/>
              </a:lnSpc>
              <a:spcBef>
                <a:spcPts val="0"/>
              </a:spcBef>
              <a:spcAft>
                <a:spcPts val="0"/>
              </a:spcAft>
              <a:buClr>
                <a:schemeClr val="accent1"/>
              </a:buClr>
              <a:buSzPts val="2500"/>
              <a:buNone/>
              <a:defRPr sz="2500">
                <a:solidFill>
                  <a:schemeClr val="accent1"/>
                </a:solidFill>
              </a:defRPr>
            </a:lvl7pPr>
            <a:lvl8pPr lvl="7" algn="ctr">
              <a:lnSpc>
                <a:spcPct val="100000"/>
              </a:lnSpc>
              <a:spcBef>
                <a:spcPts val="0"/>
              </a:spcBef>
              <a:spcAft>
                <a:spcPts val="0"/>
              </a:spcAft>
              <a:buClr>
                <a:schemeClr val="accent1"/>
              </a:buClr>
              <a:buSzPts val="2500"/>
              <a:buNone/>
              <a:defRPr sz="2500">
                <a:solidFill>
                  <a:schemeClr val="accent1"/>
                </a:solidFill>
              </a:defRPr>
            </a:lvl8pPr>
            <a:lvl9pPr lvl="8" algn="ctr">
              <a:lnSpc>
                <a:spcPct val="100000"/>
              </a:lnSpc>
              <a:spcBef>
                <a:spcPts val="0"/>
              </a:spcBef>
              <a:spcAft>
                <a:spcPts val="0"/>
              </a:spcAft>
              <a:buClr>
                <a:schemeClr val="accent1"/>
              </a:buClr>
              <a:buSzPts val="2500"/>
              <a:buNone/>
              <a:defRPr sz="2500">
                <a:solidFill>
                  <a:schemeClr val="accent1"/>
                </a:solidFill>
              </a:defRPr>
            </a:lvl9pPr>
          </a:lstStyle>
          <a:p/>
        </p:txBody>
      </p:sp>
      <p:sp>
        <p:nvSpPr>
          <p:cNvPr id="355" name="Google Shape;355;g2198db1af2c_1_375"/>
          <p:cNvSpPr txBox="1"/>
          <p:nvPr>
            <p:ph idx="5" type="subTitle"/>
          </p:nvPr>
        </p:nvSpPr>
        <p:spPr>
          <a:xfrm>
            <a:off x="6087600" y="2486625"/>
            <a:ext cx="2336400" cy="620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400"/>
              <a:buNone/>
              <a:defRPr sz="1400">
                <a:solidFill>
                  <a:schemeClr val="dk1"/>
                </a:solidFill>
              </a:defRPr>
            </a:lvl1pPr>
            <a:lvl2pPr lvl="1" algn="ctr">
              <a:lnSpc>
                <a:spcPct val="100000"/>
              </a:lnSpc>
              <a:spcBef>
                <a:spcPts val="0"/>
              </a:spcBef>
              <a:spcAft>
                <a:spcPts val="0"/>
              </a:spcAft>
              <a:buClr>
                <a:schemeClr val="lt1"/>
              </a:buClr>
              <a:buSzPts val="1400"/>
              <a:buNone/>
              <a:defRPr>
                <a:solidFill>
                  <a:schemeClr val="lt1"/>
                </a:solidFill>
              </a:defRPr>
            </a:lvl2pPr>
            <a:lvl3pPr lvl="2" algn="ctr">
              <a:lnSpc>
                <a:spcPct val="100000"/>
              </a:lnSpc>
              <a:spcBef>
                <a:spcPts val="0"/>
              </a:spcBef>
              <a:spcAft>
                <a:spcPts val="0"/>
              </a:spcAft>
              <a:buClr>
                <a:schemeClr val="lt1"/>
              </a:buClr>
              <a:buSzPts val="1400"/>
              <a:buNone/>
              <a:defRPr>
                <a:solidFill>
                  <a:schemeClr val="lt1"/>
                </a:solidFill>
              </a:defRPr>
            </a:lvl3pPr>
            <a:lvl4pPr lvl="3" algn="ctr">
              <a:lnSpc>
                <a:spcPct val="100000"/>
              </a:lnSpc>
              <a:spcBef>
                <a:spcPts val="0"/>
              </a:spcBef>
              <a:spcAft>
                <a:spcPts val="0"/>
              </a:spcAft>
              <a:buClr>
                <a:schemeClr val="lt1"/>
              </a:buClr>
              <a:buSzPts val="1400"/>
              <a:buNone/>
              <a:defRPr>
                <a:solidFill>
                  <a:schemeClr val="lt1"/>
                </a:solidFill>
              </a:defRPr>
            </a:lvl4pPr>
            <a:lvl5pPr lvl="4" algn="ctr">
              <a:lnSpc>
                <a:spcPct val="100000"/>
              </a:lnSpc>
              <a:spcBef>
                <a:spcPts val="0"/>
              </a:spcBef>
              <a:spcAft>
                <a:spcPts val="0"/>
              </a:spcAft>
              <a:buClr>
                <a:schemeClr val="lt1"/>
              </a:buClr>
              <a:buSzPts val="1400"/>
              <a:buNone/>
              <a:defRPr>
                <a:solidFill>
                  <a:schemeClr val="lt1"/>
                </a:solidFill>
              </a:defRPr>
            </a:lvl5pPr>
            <a:lvl6pPr lvl="5" algn="ctr">
              <a:lnSpc>
                <a:spcPct val="100000"/>
              </a:lnSpc>
              <a:spcBef>
                <a:spcPts val="0"/>
              </a:spcBef>
              <a:spcAft>
                <a:spcPts val="0"/>
              </a:spcAft>
              <a:buClr>
                <a:schemeClr val="lt1"/>
              </a:buClr>
              <a:buSzPts val="1400"/>
              <a:buNone/>
              <a:defRPr>
                <a:solidFill>
                  <a:schemeClr val="lt1"/>
                </a:solidFill>
              </a:defRPr>
            </a:lvl6pPr>
            <a:lvl7pPr lvl="6" algn="ctr">
              <a:lnSpc>
                <a:spcPct val="100000"/>
              </a:lnSpc>
              <a:spcBef>
                <a:spcPts val="0"/>
              </a:spcBef>
              <a:spcAft>
                <a:spcPts val="0"/>
              </a:spcAft>
              <a:buClr>
                <a:schemeClr val="lt1"/>
              </a:buClr>
              <a:buSzPts val="1400"/>
              <a:buNone/>
              <a:defRPr>
                <a:solidFill>
                  <a:schemeClr val="lt1"/>
                </a:solidFill>
              </a:defRPr>
            </a:lvl7pPr>
            <a:lvl8pPr lvl="7" algn="ctr">
              <a:lnSpc>
                <a:spcPct val="100000"/>
              </a:lnSpc>
              <a:spcBef>
                <a:spcPts val="0"/>
              </a:spcBef>
              <a:spcAft>
                <a:spcPts val="0"/>
              </a:spcAft>
              <a:buClr>
                <a:schemeClr val="lt1"/>
              </a:buClr>
              <a:buSzPts val="1400"/>
              <a:buNone/>
              <a:defRPr>
                <a:solidFill>
                  <a:schemeClr val="lt1"/>
                </a:solidFill>
              </a:defRPr>
            </a:lvl8pPr>
            <a:lvl9pPr lvl="8" algn="ctr">
              <a:lnSpc>
                <a:spcPct val="100000"/>
              </a:lnSpc>
              <a:spcBef>
                <a:spcPts val="0"/>
              </a:spcBef>
              <a:spcAft>
                <a:spcPts val="0"/>
              </a:spcAft>
              <a:buClr>
                <a:schemeClr val="lt1"/>
              </a:buClr>
              <a:buSzPts val="1400"/>
              <a:buNone/>
              <a:defRPr>
                <a:solidFill>
                  <a:schemeClr val="lt1"/>
                </a:solidFill>
              </a:defRPr>
            </a:lvl9pPr>
          </a:lstStyle>
          <a:p/>
        </p:txBody>
      </p:sp>
      <p:sp>
        <p:nvSpPr>
          <p:cNvPr id="356" name="Google Shape;356;g2198db1af2c_1_375"/>
          <p:cNvSpPr txBox="1"/>
          <p:nvPr>
            <p:ph idx="6"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57" name="Google Shape;357;g2198db1af2c_1_375"/>
          <p:cNvSpPr/>
          <p:nvPr/>
        </p:nvSpPr>
        <p:spPr>
          <a:xfrm rot="10800000">
            <a:off x="6991659" y="-122584"/>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g2198db1af2c_1_375"/>
          <p:cNvSpPr/>
          <p:nvPr/>
        </p:nvSpPr>
        <p:spPr>
          <a:xfrm rot="10800000">
            <a:off x="6900558" y="-1252942"/>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g2198db1af2c_1_375"/>
          <p:cNvSpPr/>
          <p:nvPr/>
        </p:nvSpPr>
        <p:spPr>
          <a:xfrm rot="5400000">
            <a:off x="-2588701" y="-655561"/>
            <a:ext cx="6324034" cy="2907285"/>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g2198db1af2c_1_375"/>
          <p:cNvSpPr/>
          <p:nvPr/>
        </p:nvSpPr>
        <p:spPr>
          <a:xfrm rot="5400000">
            <a:off x="-1464316" y="-665634"/>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g2198db1af2c_1_375"/>
          <p:cNvSpPr/>
          <p:nvPr/>
        </p:nvSpPr>
        <p:spPr>
          <a:xfrm rot="5400000">
            <a:off x="-291171" y="-1550681"/>
            <a:ext cx="2333265" cy="3351228"/>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ittle Only 2">
  <p:cSld name="TITLE_ONLY_1_1">
    <p:spTree>
      <p:nvGrpSpPr>
        <p:cNvPr id="362" name="Shape 362"/>
        <p:cNvGrpSpPr/>
        <p:nvPr/>
      </p:nvGrpSpPr>
      <p:grpSpPr>
        <a:xfrm>
          <a:off x="0" y="0"/>
          <a:ext cx="0" cy="0"/>
          <a:chOff x="0" y="0"/>
          <a:chExt cx="0" cy="0"/>
        </a:xfrm>
      </p:grpSpPr>
      <p:sp>
        <p:nvSpPr>
          <p:cNvPr id="363" name="Google Shape;363;g2198db1af2c_1_388"/>
          <p:cNvSpPr/>
          <p:nvPr/>
        </p:nvSpPr>
        <p:spPr>
          <a:xfrm rot="10800000">
            <a:off x="-1899393" y="4014540"/>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g2198db1af2c_1_388"/>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65" name="Google Shape;365;g2198db1af2c_1_388"/>
          <p:cNvSpPr/>
          <p:nvPr/>
        </p:nvSpPr>
        <p:spPr>
          <a:xfrm rot="-5400000">
            <a:off x="7829613" y="173953"/>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ittle Only 1">
  <p:cSld name="TITLE_ONLY_1">
    <p:spTree>
      <p:nvGrpSpPr>
        <p:cNvPr id="366" name="Shape 366"/>
        <p:cNvGrpSpPr/>
        <p:nvPr/>
      </p:nvGrpSpPr>
      <p:grpSpPr>
        <a:xfrm>
          <a:off x="0" y="0"/>
          <a:ext cx="0" cy="0"/>
          <a:chOff x="0" y="0"/>
          <a:chExt cx="0" cy="0"/>
        </a:xfrm>
      </p:grpSpPr>
      <p:sp>
        <p:nvSpPr>
          <p:cNvPr id="367" name="Google Shape;367;g2198db1af2c_1_392"/>
          <p:cNvSpPr/>
          <p:nvPr/>
        </p:nvSpPr>
        <p:spPr>
          <a:xfrm>
            <a:off x="6053282" y="-402610"/>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g2198db1af2c_1_392"/>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69" name="Google Shape;369;g2198db1af2c_1_392"/>
          <p:cNvSpPr/>
          <p:nvPr/>
        </p:nvSpPr>
        <p:spPr>
          <a:xfrm rot="10800000">
            <a:off x="7074850" y="-62625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2"/>
              </a:solidFill>
              <a:latin typeface="Arial"/>
              <a:ea typeface="Arial"/>
              <a:cs typeface="Arial"/>
              <a:sym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0" name="Shape 370"/>
        <p:cNvGrpSpPr/>
        <p:nvPr/>
      </p:nvGrpSpPr>
      <p:grpSpPr>
        <a:xfrm>
          <a:off x="0" y="0"/>
          <a:ext cx="0" cy="0"/>
          <a:chOff x="0" y="0"/>
          <a:chExt cx="0" cy="0"/>
        </a:xfrm>
      </p:grpSpPr>
      <p:sp>
        <p:nvSpPr>
          <p:cNvPr id="371" name="Google Shape;371;g2198db1af2c_1_396"/>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72" name="Google Shape;372;g2198db1af2c_1_396"/>
          <p:cNvSpPr/>
          <p:nvPr/>
        </p:nvSpPr>
        <p:spPr>
          <a:xfrm flipH="1">
            <a:off x="6531075" y="3775775"/>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g2198db1af2c_1_396"/>
          <p:cNvSpPr/>
          <p:nvPr/>
        </p:nvSpPr>
        <p:spPr>
          <a:xfrm flipH="1" rot="10800000">
            <a:off x="-126075" y="-872275"/>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g2198db1af2c_1_396"/>
          <p:cNvSpPr/>
          <p:nvPr/>
        </p:nvSpPr>
        <p:spPr>
          <a:xfrm flipH="1" rot="10800000">
            <a:off x="-858150" y="-225625"/>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46A9E7">
            <a:alpha val="6666"/>
          </a:srgbClr>
        </a:solidFill>
      </p:bgPr>
    </p:bg>
    <p:spTree>
      <p:nvGrpSpPr>
        <p:cNvPr id="375" name="Shape 375"/>
        <p:cNvGrpSpPr/>
        <p:nvPr/>
      </p:nvGrpSpPr>
      <p:grpSpPr>
        <a:xfrm>
          <a:off x="0" y="0"/>
          <a:ext cx="0" cy="0"/>
          <a:chOff x="0" y="0"/>
          <a:chExt cx="0" cy="0"/>
        </a:xfrm>
      </p:grpSpPr>
      <p:sp>
        <p:nvSpPr>
          <p:cNvPr id="376" name="Google Shape;376;g2198db1af2c_1_401"/>
          <p:cNvSpPr txBox="1"/>
          <p:nvPr>
            <p:ph type="title"/>
          </p:nvPr>
        </p:nvSpPr>
        <p:spPr>
          <a:xfrm>
            <a:off x="720000" y="2344400"/>
            <a:ext cx="77040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77" name="Google Shape;377;g2198db1af2c_1_401"/>
          <p:cNvSpPr txBox="1"/>
          <p:nvPr>
            <p:ph idx="2" type="title"/>
          </p:nvPr>
        </p:nvSpPr>
        <p:spPr>
          <a:xfrm>
            <a:off x="2996550" y="1502600"/>
            <a:ext cx="31509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378" name="Google Shape;378;g2198db1af2c_1_401"/>
          <p:cNvSpPr txBox="1"/>
          <p:nvPr>
            <p:ph idx="1" type="subTitle"/>
          </p:nvPr>
        </p:nvSpPr>
        <p:spPr>
          <a:xfrm>
            <a:off x="2391925" y="3132175"/>
            <a:ext cx="43602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379" name="Google Shape;379;g2198db1af2c_1_401"/>
          <p:cNvSpPr/>
          <p:nvPr/>
        </p:nvSpPr>
        <p:spPr>
          <a:xfrm rot="-5400000">
            <a:off x="5038149" y="-109009"/>
            <a:ext cx="4714425" cy="448394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g2198db1af2c_1_401"/>
          <p:cNvSpPr/>
          <p:nvPr/>
        </p:nvSpPr>
        <p:spPr>
          <a:xfrm rot="-5400000">
            <a:off x="6050126" y="-494318"/>
            <a:ext cx="3183457" cy="3723602"/>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g2198db1af2c_1_401"/>
          <p:cNvSpPr/>
          <p:nvPr/>
        </p:nvSpPr>
        <p:spPr>
          <a:xfrm rot="-5400000">
            <a:off x="7829613" y="173953"/>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g2198db1af2c_1_401"/>
          <p:cNvSpPr/>
          <p:nvPr/>
        </p:nvSpPr>
        <p:spPr>
          <a:xfrm rot="5400000">
            <a:off x="263245" y="-1358480"/>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g2198db1af2c_1_401"/>
          <p:cNvSpPr/>
          <p:nvPr/>
        </p:nvSpPr>
        <p:spPr>
          <a:xfrm rot="5400000">
            <a:off x="-2117939" y="1205889"/>
            <a:ext cx="6324034" cy="2907285"/>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g2198db1af2c_1_401"/>
          <p:cNvSpPr/>
          <p:nvPr/>
        </p:nvSpPr>
        <p:spPr>
          <a:xfrm rot="5400000">
            <a:off x="-562154" y="-349897"/>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6A9E7">
            <a:alpha val="6666"/>
          </a:srgbClr>
        </a:solidFill>
      </p:bgPr>
    </p:bg>
    <p:spTree>
      <p:nvGrpSpPr>
        <p:cNvPr id="385" name="Shape 385"/>
        <p:cNvGrpSpPr/>
        <p:nvPr/>
      </p:nvGrpSpPr>
      <p:grpSpPr>
        <a:xfrm>
          <a:off x="0" y="0"/>
          <a:ext cx="0" cy="0"/>
          <a:chOff x="0" y="0"/>
          <a:chExt cx="0" cy="0"/>
        </a:xfrm>
      </p:grpSpPr>
      <p:sp>
        <p:nvSpPr>
          <p:cNvPr id="386" name="Google Shape;386;g2198db1af2c_1_411"/>
          <p:cNvSpPr txBox="1"/>
          <p:nvPr>
            <p:ph hasCustomPrompt="1" type="title"/>
          </p:nvPr>
        </p:nvSpPr>
        <p:spPr>
          <a:xfrm>
            <a:off x="1284000" y="1558475"/>
            <a:ext cx="6576000" cy="1511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387" name="Google Shape;387;g2198db1af2c_1_411"/>
          <p:cNvSpPr txBox="1"/>
          <p:nvPr>
            <p:ph idx="1" type="subTitle"/>
          </p:nvPr>
        </p:nvSpPr>
        <p:spPr>
          <a:xfrm>
            <a:off x="2324600" y="3069625"/>
            <a:ext cx="4494900" cy="474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7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388" name="Google Shape;388;g2198db1af2c_1_411"/>
          <p:cNvSpPr/>
          <p:nvPr/>
        </p:nvSpPr>
        <p:spPr>
          <a:xfrm rot="10800000">
            <a:off x="970125" y="3758566"/>
            <a:ext cx="5070489" cy="1544172"/>
          </a:xfrm>
          <a:custGeom>
            <a:rect b="b" l="l" r="r" t="t"/>
            <a:pathLst>
              <a:path extrusionOk="0" h="55837" w="183348">
                <a:moveTo>
                  <a:pt x="1" y="31"/>
                </a:moveTo>
                <a:cubicBezTo>
                  <a:pt x="1004" y="1064"/>
                  <a:pt x="2159" y="1976"/>
                  <a:pt x="3375" y="2736"/>
                </a:cubicBezTo>
                <a:cubicBezTo>
                  <a:pt x="11125" y="7630"/>
                  <a:pt x="32402" y="3435"/>
                  <a:pt x="45625" y="15320"/>
                </a:cubicBezTo>
                <a:cubicBezTo>
                  <a:pt x="49606" y="18876"/>
                  <a:pt x="52737" y="23314"/>
                  <a:pt x="55838" y="27660"/>
                </a:cubicBezTo>
                <a:cubicBezTo>
                  <a:pt x="58938" y="32037"/>
                  <a:pt x="62251" y="36353"/>
                  <a:pt x="66567" y="39545"/>
                </a:cubicBezTo>
                <a:cubicBezTo>
                  <a:pt x="82707" y="51399"/>
                  <a:pt x="99182" y="39363"/>
                  <a:pt x="114805" y="33648"/>
                </a:cubicBezTo>
                <a:cubicBezTo>
                  <a:pt x="123742" y="30426"/>
                  <a:pt x="132891" y="30821"/>
                  <a:pt x="141766" y="34773"/>
                </a:cubicBezTo>
                <a:cubicBezTo>
                  <a:pt x="149669" y="38299"/>
                  <a:pt x="163803" y="55837"/>
                  <a:pt x="183013" y="45958"/>
                </a:cubicBezTo>
                <a:lnTo>
                  <a:pt x="183348" y="0"/>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g2198db1af2c_1_411"/>
          <p:cNvSpPr/>
          <p:nvPr/>
        </p:nvSpPr>
        <p:spPr>
          <a:xfrm rot="10800000">
            <a:off x="-114228" y="3457624"/>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g2198db1af2c_1_411"/>
          <p:cNvSpPr/>
          <p:nvPr/>
        </p:nvSpPr>
        <p:spPr>
          <a:xfrm rot="10800000">
            <a:off x="6896111" y="1867888"/>
            <a:ext cx="3046337" cy="3596892"/>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g2198db1af2c_1_411"/>
          <p:cNvSpPr/>
          <p:nvPr/>
        </p:nvSpPr>
        <p:spPr>
          <a:xfrm rot="10800000">
            <a:off x="-323549" y="-586499"/>
            <a:ext cx="3851622" cy="366332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g2198db1af2c_1_411"/>
          <p:cNvSpPr/>
          <p:nvPr/>
        </p:nvSpPr>
        <p:spPr>
          <a:xfrm rot="10800000">
            <a:off x="-249758" y="-481073"/>
            <a:ext cx="5474833" cy="1824096"/>
          </a:xfrm>
          <a:custGeom>
            <a:rect b="b" l="l" r="r" t="t"/>
            <a:pathLst>
              <a:path extrusionOk="0" h="65959" w="197969">
                <a:moveTo>
                  <a:pt x="197968" y="7508"/>
                </a:moveTo>
                <a:cubicBezTo>
                  <a:pt x="197208" y="7083"/>
                  <a:pt x="196388" y="6657"/>
                  <a:pt x="195597" y="6292"/>
                </a:cubicBezTo>
                <a:cubicBezTo>
                  <a:pt x="182466" y="61"/>
                  <a:pt x="166539" y="0"/>
                  <a:pt x="153378" y="6231"/>
                </a:cubicBezTo>
                <a:cubicBezTo>
                  <a:pt x="137268" y="13891"/>
                  <a:pt x="124897" y="25381"/>
                  <a:pt x="105504" y="27843"/>
                </a:cubicBezTo>
                <a:cubicBezTo>
                  <a:pt x="85139" y="30426"/>
                  <a:pt x="65686" y="20517"/>
                  <a:pt x="46385" y="27600"/>
                </a:cubicBezTo>
                <a:cubicBezTo>
                  <a:pt x="34652" y="31885"/>
                  <a:pt x="27722" y="43709"/>
                  <a:pt x="19029" y="52676"/>
                </a:cubicBezTo>
                <a:cubicBezTo>
                  <a:pt x="13527" y="58360"/>
                  <a:pt x="7022" y="62767"/>
                  <a:pt x="1" y="65959"/>
                </a:cubicBezTo>
                <a:lnTo>
                  <a:pt x="197968" y="65959"/>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g2198db1af2c_1_411"/>
          <p:cNvSpPr/>
          <p:nvPr/>
        </p:nvSpPr>
        <p:spPr>
          <a:xfrm rot="10800000">
            <a:off x="-323549" y="-459789"/>
            <a:ext cx="2600842" cy="3042133"/>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g2198db1af2c_1_411"/>
          <p:cNvSpPr/>
          <p:nvPr/>
        </p:nvSpPr>
        <p:spPr>
          <a:xfrm rot="10800000">
            <a:off x="7662081" y="-577738"/>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g2198db1af2c_1_411"/>
          <p:cNvSpPr/>
          <p:nvPr/>
        </p:nvSpPr>
        <p:spPr>
          <a:xfrm rot="10800000">
            <a:off x="5753914" y="-550000"/>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g2198db1af2c_1_411"/>
          <p:cNvSpPr/>
          <p:nvPr/>
        </p:nvSpPr>
        <p:spPr>
          <a:xfrm rot="10800000">
            <a:off x="7477982" y="-550000"/>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g2198db1af2c_1_411"/>
          <p:cNvSpPr/>
          <p:nvPr/>
        </p:nvSpPr>
        <p:spPr>
          <a:xfrm rot="10800000">
            <a:off x="6914751" y="3428910"/>
            <a:ext cx="3221171" cy="1963643"/>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98" name="Shape 398"/>
        <p:cNvGrpSpPr/>
        <p:nvPr/>
      </p:nvGrpSpPr>
      <p:grpSpPr>
        <a:xfrm>
          <a:off x="0" y="0"/>
          <a:ext cx="0" cy="0"/>
          <a:chOff x="0" y="0"/>
          <a:chExt cx="0" cy="0"/>
        </a:xfrm>
      </p:grpSpPr>
      <p:sp>
        <p:nvSpPr>
          <p:cNvPr id="399" name="Google Shape;399;g2198db1af2c_1_424"/>
          <p:cNvSpPr txBox="1"/>
          <p:nvPr>
            <p:ph type="title"/>
          </p:nvPr>
        </p:nvSpPr>
        <p:spPr>
          <a:xfrm>
            <a:off x="715100" y="535000"/>
            <a:ext cx="4360500" cy="897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solidFill>
                  <a:schemeClr val="dk1"/>
                </a:solidFill>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bg>
      <p:bgPr>
        <a:solidFill>
          <a:srgbClr val="46A9E7">
            <a:alpha val="6666"/>
          </a:srgbClr>
        </a:solidFill>
      </p:bgPr>
    </p:bg>
    <p:spTree>
      <p:nvGrpSpPr>
        <p:cNvPr id="400" name="Shape 400"/>
        <p:cNvGrpSpPr/>
        <p:nvPr/>
      </p:nvGrpSpPr>
      <p:grpSpPr>
        <a:xfrm>
          <a:off x="0" y="0"/>
          <a:ext cx="0" cy="0"/>
          <a:chOff x="0" y="0"/>
          <a:chExt cx="0" cy="0"/>
        </a:xfrm>
      </p:grpSpPr>
      <p:sp>
        <p:nvSpPr>
          <p:cNvPr id="401" name="Google Shape;401;g2198db1af2c_1_426"/>
          <p:cNvSpPr txBox="1"/>
          <p:nvPr>
            <p:ph type="title"/>
          </p:nvPr>
        </p:nvSpPr>
        <p:spPr>
          <a:xfrm>
            <a:off x="1284000" y="422700"/>
            <a:ext cx="6576000" cy="8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4500">
                <a:solidFill>
                  <a:srgbClr val="46A9E7"/>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402" name="Google Shape;402;g2198db1af2c_1_426"/>
          <p:cNvSpPr txBox="1"/>
          <p:nvPr>
            <p:ph idx="1" type="subTitle"/>
          </p:nvPr>
        </p:nvSpPr>
        <p:spPr>
          <a:xfrm>
            <a:off x="1284000" y="1251000"/>
            <a:ext cx="6576000" cy="44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403" name="Google Shape;403;g2198db1af2c_1_426"/>
          <p:cNvSpPr txBox="1"/>
          <p:nvPr>
            <p:ph idx="2" type="title"/>
          </p:nvPr>
        </p:nvSpPr>
        <p:spPr>
          <a:xfrm>
            <a:off x="1284000" y="1878838"/>
            <a:ext cx="6576000" cy="8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4500">
                <a:solidFill>
                  <a:srgbClr val="46A9E7"/>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404" name="Google Shape;404;g2198db1af2c_1_426"/>
          <p:cNvSpPr txBox="1"/>
          <p:nvPr>
            <p:ph idx="3" type="subTitle"/>
          </p:nvPr>
        </p:nvSpPr>
        <p:spPr>
          <a:xfrm>
            <a:off x="1284000" y="2707138"/>
            <a:ext cx="6576000" cy="44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405" name="Google Shape;405;g2198db1af2c_1_426"/>
          <p:cNvSpPr txBox="1"/>
          <p:nvPr>
            <p:ph idx="4" type="title"/>
          </p:nvPr>
        </p:nvSpPr>
        <p:spPr>
          <a:xfrm>
            <a:off x="1284000" y="3334988"/>
            <a:ext cx="6576000" cy="8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4500">
                <a:solidFill>
                  <a:srgbClr val="46A9E7"/>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406" name="Google Shape;406;g2198db1af2c_1_426"/>
          <p:cNvSpPr txBox="1"/>
          <p:nvPr>
            <p:ph idx="5" type="subTitle"/>
          </p:nvPr>
        </p:nvSpPr>
        <p:spPr>
          <a:xfrm>
            <a:off x="1284000" y="4163288"/>
            <a:ext cx="6576000" cy="44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407" name="Google Shape;407;g2198db1af2c_1_426"/>
          <p:cNvSpPr/>
          <p:nvPr/>
        </p:nvSpPr>
        <p:spPr>
          <a:xfrm rot="5400000">
            <a:off x="-524808" y="1494138"/>
            <a:ext cx="4714425" cy="448394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g2198db1af2c_1_426"/>
          <p:cNvSpPr/>
          <p:nvPr/>
        </p:nvSpPr>
        <p:spPr>
          <a:xfrm rot="5400000">
            <a:off x="-5817" y="2639785"/>
            <a:ext cx="3183457" cy="3723602"/>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g2198db1af2c_1_426"/>
          <p:cNvSpPr/>
          <p:nvPr/>
        </p:nvSpPr>
        <p:spPr>
          <a:xfrm rot="5400000">
            <a:off x="-674076" y="4419276"/>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g2198db1af2c_1_426"/>
          <p:cNvSpPr/>
          <p:nvPr/>
        </p:nvSpPr>
        <p:spPr>
          <a:xfrm rot="-5400000">
            <a:off x="5073598" y="3095424"/>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g2198db1af2c_1_426"/>
          <p:cNvSpPr/>
          <p:nvPr/>
        </p:nvSpPr>
        <p:spPr>
          <a:xfrm rot="-5400000">
            <a:off x="4698222" y="1827745"/>
            <a:ext cx="6324034" cy="2907285"/>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g2198db1af2c_1_426"/>
          <p:cNvSpPr/>
          <p:nvPr/>
        </p:nvSpPr>
        <p:spPr>
          <a:xfrm rot="-5400000">
            <a:off x="5697212" y="2826735"/>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ittle Only 3">
  <p:cSld name="TITLE_ONLY_1_1_1">
    <p:bg>
      <p:bgPr>
        <a:solidFill>
          <a:srgbClr val="46A9E7">
            <a:alpha val="6666"/>
          </a:srgbClr>
        </a:solidFill>
      </p:bgPr>
    </p:bg>
    <p:spTree>
      <p:nvGrpSpPr>
        <p:cNvPr id="413" name="Shape 413"/>
        <p:cNvGrpSpPr/>
        <p:nvPr/>
      </p:nvGrpSpPr>
      <p:grpSpPr>
        <a:xfrm>
          <a:off x="0" y="0"/>
          <a:ext cx="0" cy="0"/>
          <a:chOff x="0" y="0"/>
          <a:chExt cx="0" cy="0"/>
        </a:xfrm>
      </p:grpSpPr>
      <p:sp>
        <p:nvSpPr>
          <p:cNvPr id="414" name="Google Shape;414;g2198db1af2c_1_439"/>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15" name="Google Shape;415;g2198db1af2c_1_439"/>
          <p:cNvSpPr/>
          <p:nvPr/>
        </p:nvSpPr>
        <p:spPr>
          <a:xfrm>
            <a:off x="6284300" y="1801460"/>
            <a:ext cx="3851622" cy="366332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g2198db1af2c_1_439"/>
          <p:cNvSpPr/>
          <p:nvPr/>
        </p:nvSpPr>
        <p:spPr>
          <a:xfrm>
            <a:off x="7535080" y="2295937"/>
            <a:ext cx="2600842" cy="3042133"/>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g2198db1af2c_1_439"/>
          <p:cNvSpPr/>
          <p:nvPr/>
        </p:nvSpPr>
        <p:spPr>
          <a:xfrm>
            <a:off x="-257186" y="2619003"/>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g2198db1af2c_1_439"/>
          <p:cNvSpPr/>
          <p:nvPr/>
        </p:nvSpPr>
        <p:spPr>
          <a:xfrm>
            <a:off x="-209260" y="3090576"/>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19" name="Shape 419"/>
        <p:cNvGrpSpPr/>
        <p:nvPr/>
      </p:nvGrpSpPr>
      <p:grpSpPr>
        <a:xfrm>
          <a:off x="0" y="0"/>
          <a:ext cx="0" cy="0"/>
          <a:chOff x="0" y="0"/>
          <a:chExt cx="0" cy="0"/>
        </a:xfrm>
      </p:grpSpPr>
      <p:sp>
        <p:nvSpPr>
          <p:cNvPr id="420" name="Google Shape;420;g2198db1af2c_1_445"/>
          <p:cNvSpPr/>
          <p:nvPr/>
        </p:nvSpPr>
        <p:spPr>
          <a:xfrm>
            <a:off x="5374782" y="-402610"/>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g2198db1af2c_1_445"/>
          <p:cNvSpPr txBox="1"/>
          <p:nvPr>
            <p:ph idx="1" type="subTitle"/>
          </p:nvPr>
        </p:nvSpPr>
        <p:spPr>
          <a:xfrm>
            <a:off x="1290763" y="2574925"/>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sz="2500">
                <a:solidFill>
                  <a:schemeClr val="dk1"/>
                </a:solidFill>
                <a:latin typeface="Comfortaa"/>
                <a:ea typeface="Comfortaa"/>
                <a:cs typeface="Comfortaa"/>
                <a:sym typeface="Comfortaa"/>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422" name="Google Shape;422;g2198db1af2c_1_445"/>
          <p:cNvSpPr txBox="1"/>
          <p:nvPr>
            <p:ph idx="2" type="subTitle"/>
          </p:nvPr>
        </p:nvSpPr>
        <p:spPr>
          <a:xfrm>
            <a:off x="4945638" y="2574925"/>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sz="2500">
                <a:solidFill>
                  <a:schemeClr val="dk1"/>
                </a:solidFill>
                <a:latin typeface="Comfortaa"/>
                <a:ea typeface="Comfortaa"/>
                <a:cs typeface="Comfortaa"/>
                <a:sym typeface="Comfortaa"/>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423" name="Google Shape;423;g2198db1af2c_1_445"/>
          <p:cNvSpPr txBox="1"/>
          <p:nvPr>
            <p:ph idx="3" type="subTitle"/>
          </p:nvPr>
        </p:nvSpPr>
        <p:spPr>
          <a:xfrm>
            <a:off x="1290763" y="3188950"/>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4" name="Google Shape;424;g2198db1af2c_1_445"/>
          <p:cNvSpPr txBox="1"/>
          <p:nvPr>
            <p:ph idx="4" type="subTitle"/>
          </p:nvPr>
        </p:nvSpPr>
        <p:spPr>
          <a:xfrm>
            <a:off x="4945638" y="3188950"/>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5" name="Google Shape;425;g2198db1af2c_1_445"/>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26" name="Google Shape;426;g2198db1af2c_1_445"/>
          <p:cNvSpPr/>
          <p:nvPr/>
        </p:nvSpPr>
        <p:spPr>
          <a:xfrm>
            <a:off x="5156207" y="-733135"/>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g2198db1af2c_1_445"/>
          <p:cNvSpPr/>
          <p:nvPr/>
        </p:nvSpPr>
        <p:spPr>
          <a:xfrm>
            <a:off x="-242112" y="320695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2"/>
              </a:solidFill>
              <a:latin typeface="Arial"/>
              <a:ea typeface="Arial"/>
              <a:cs typeface="Arial"/>
              <a:sym typeface="Arial"/>
            </a:endParaRPr>
          </a:p>
        </p:txBody>
      </p:sp>
      <p:sp>
        <p:nvSpPr>
          <p:cNvPr id="428" name="Google Shape;428;g2198db1af2c_1_445"/>
          <p:cNvSpPr/>
          <p:nvPr/>
        </p:nvSpPr>
        <p:spPr>
          <a:xfrm>
            <a:off x="-209260" y="3466325"/>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9" name="Shape 429"/>
        <p:cNvGrpSpPr/>
        <p:nvPr/>
      </p:nvGrpSpPr>
      <p:grpSpPr>
        <a:xfrm>
          <a:off x="0" y="0"/>
          <a:ext cx="0" cy="0"/>
          <a:chOff x="0" y="0"/>
          <a:chExt cx="0" cy="0"/>
        </a:xfrm>
      </p:grpSpPr>
      <p:sp>
        <p:nvSpPr>
          <p:cNvPr id="430" name="Google Shape;430;g2198db1af2c_1_470"/>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31" name="Google Shape;431;g2198db1af2c_1_470"/>
          <p:cNvSpPr txBox="1"/>
          <p:nvPr>
            <p:ph idx="1" type="body"/>
          </p:nvPr>
        </p:nvSpPr>
        <p:spPr>
          <a:xfrm>
            <a:off x="720000" y="1152475"/>
            <a:ext cx="33222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rgbClr val="434343"/>
              </a:buClr>
              <a:buSzPts val="1400"/>
              <a:buChar char="●"/>
              <a:defRPr sz="1400">
                <a:solidFill>
                  <a:srgbClr val="434343"/>
                </a:solidFill>
              </a:defRPr>
            </a:lvl1pPr>
            <a:lvl2pPr indent="-317500" lvl="1" marL="914400" algn="l">
              <a:lnSpc>
                <a:spcPct val="115000"/>
              </a:lnSpc>
              <a:spcBef>
                <a:spcPts val="0"/>
              </a:spcBef>
              <a:spcAft>
                <a:spcPts val="0"/>
              </a:spcAft>
              <a:buClr>
                <a:srgbClr val="434343"/>
              </a:buClr>
              <a:buSzPts val="1400"/>
              <a:buChar char="○"/>
              <a:defRPr>
                <a:solidFill>
                  <a:srgbClr val="434343"/>
                </a:solidFill>
              </a:defRPr>
            </a:lvl2pPr>
            <a:lvl3pPr indent="-317500" lvl="2" marL="1371600" algn="l">
              <a:lnSpc>
                <a:spcPct val="115000"/>
              </a:lnSpc>
              <a:spcBef>
                <a:spcPts val="0"/>
              </a:spcBef>
              <a:spcAft>
                <a:spcPts val="0"/>
              </a:spcAft>
              <a:buClr>
                <a:srgbClr val="434343"/>
              </a:buClr>
              <a:buSzPts val="1400"/>
              <a:buChar char="■"/>
              <a:defRPr>
                <a:solidFill>
                  <a:srgbClr val="434343"/>
                </a:solidFill>
              </a:defRPr>
            </a:lvl3pPr>
            <a:lvl4pPr indent="-317500" lvl="3" marL="1828800" algn="l">
              <a:lnSpc>
                <a:spcPct val="115000"/>
              </a:lnSpc>
              <a:spcBef>
                <a:spcPts val="0"/>
              </a:spcBef>
              <a:spcAft>
                <a:spcPts val="0"/>
              </a:spcAft>
              <a:buClr>
                <a:srgbClr val="434343"/>
              </a:buClr>
              <a:buSzPts val="1400"/>
              <a:buChar char="●"/>
              <a:defRPr>
                <a:solidFill>
                  <a:srgbClr val="434343"/>
                </a:solidFill>
              </a:defRPr>
            </a:lvl4pPr>
            <a:lvl5pPr indent="-317500" lvl="4" marL="2286000" algn="l">
              <a:lnSpc>
                <a:spcPct val="115000"/>
              </a:lnSpc>
              <a:spcBef>
                <a:spcPts val="0"/>
              </a:spcBef>
              <a:spcAft>
                <a:spcPts val="0"/>
              </a:spcAft>
              <a:buClr>
                <a:srgbClr val="434343"/>
              </a:buClr>
              <a:buSzPts val="1400"/>
              <a:buChar char="○"/>
              <a:defRPr>
                <a:solidFill>
                  <a:srgbClr val="434343"/>
                </a:solidFill>
              </a:defRPr>
            </a:lvl5pPr>
            <a:lvl6pPr indent="-317500" lvl="5" marL="2743200" algn="l">
              <a:lnSpc>
                <a:spcPct val="115000"/>
              </a:lnSpc>
              <a:spcBef>
                <a:spcPts val="0"/>
              </a:spcBef>
              <a:spcAft>
                <a:spcPts val="0"/>
              </a:spcAft>
              <a:buClr>
                <a:srgbClr val="434343"/>
              </a:buClr>
              <a:buSzPts val="1400"/>
              <a:buChar char="■"/>
              <a:defRPr>
                <a:solidFill>
                  <a:srgbClr val="434343"/>
                </a:solidFill>
              </a:defRPr>
            </a:lvl6pPr>
            <a:lvl7pPr indent="-317500" lvl="6" marL="3200400" algn="l">
              <a:lnSpc>
                <a:spcPct val="115000"/>
              </a:lnSpc>
              <a:spcBef>
                <a:spcPts val="0"/>
              </a:spcBef>
              <a:spcAft>
                <a:spcPts val="0"/>
              </a:spcAft>
              <a:buClr>
                <a:srgbClr val="434343"/>
              </a:buClr>
              <a:buSzPts val="1400"/>
              <a:buChar char="●"/>
              <a:defRPr>
                <a:solidFill>
                  <a:srgbClr val="434343"/>
                </a:solidFill>
              </a:defRPr>
            </a:lvl7pPr>
            <a:lvl8pPr indent="-317500" lvl="7" marL="3657600" algn="l">
              <a:lnSpc>
                <a:spcPct val="115000"/>
              </a:lnSpc>
              <a:spcBef>
                <a:spcPts val="0"/>
              </a:spcBef>
              <a:spcAft>
                <a:spcPts val="0"/>
              </a:spcAft>
              <a:buClr>
                <a:srgbClr val="434343"/>
              </a:buClr>
              <a:buSzPts val="1400"/>
              <a:buChar char="○"/>
              <a:defRPr>
                <a:solidFill>
                  <a:srgbClr val="434343"/>
                </a:solidFill>
              </a:defRPr>
            </a:lvl8pPr>
            <a:lvl9pPr indent="-317500" lvl="8" marL="4114800" algn="l">
              <a:lnSpc>
                <a:spcPct val="115000"/>
              </a:lnSpc>
              <a:spcBef>
                <a:spcPts val="0"/>
              </a:spcBef>
              <a:spcAft>
                <a:spcPts val="0"/>
              </a:spcAft>
              <a:buClr>
                <a:srgbClr val="434343"/>
              </a:buClr>
              <a:buSzPts val="1400"/>
              <a:buChar char="■"/>
              <a:defRPr>
                <a:solidFill>
                  <a:srgbClr val="434343"/>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32" name="Shape 432"/>
        <p:cNvGrpSpPr/>
        <p:nvPr/>
      </p:nvGrpSpPr>
      <p:grpSpPr>
        <a:xfrm>
          <a:off x="0" y="0"/>
          <a:ext cx="0" cy="0"/>
          <a:chOff x="0" y="0"/>
          <a:chExt cx="0" cy="0"/>
        </a:xfrm>
      </p:grpSpPr>
      <p:sp>
        <p:nvSpPr>
          <p:cNvPr id="433" name="Google Shape;433;g2198db1af2c_1_473"/>
          <p:cNvSpPr txBox="1"/>
          <p:nvPr>
            <p:ph type="title"/>
          </p:nvPr>
        </p:nvSpPr>
        <p:spPr>
          <a:xfrm>
            <a:off x="1388100" y="1307100"/>
            <a:ext cx="63678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4" name="Shape 434"/>
        <p:cNvGrpSpPr/>
        <p:nvPr/>
      </p:nvGrpSpPr>
      <p:grpSpPr>
        <a:xfrm>
          <a:off x="0" y="0"/>
          <a:ext cx="0" cy="0"/>
          <a:chOff x="0" y="0"/>
          <a:chExt cx="0" cy="0"/>
        </a:xfrm>
      </p:grpSpPr>
      <p:sp>
        <p:nvSpPr>
          <p:cNvPr id="435" name="Google Shape;435;g2198db1af2c_1_475"/>
          <p:cNvSpPr txBox="1"/>
          <p:nvPr>
            <p:ph type="title"/>
          </p:nvPr>
        </p:nvSpPr>
        <p:spPr>
          <a:xfrm>
            <a:off x="720000" y="367423"/>
            <a:ext cx="77040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36" name="Google Shape;436;g2198db1af2c_1_475"/>
          <p:cNvSpPr txBox="1"/>
          <p:nvPr>
            <p:ph idx="1" type="subTitle"/>
          </p:nvPr>
        </p:nvSpPr>
        <p:spPr>
          <a:xfrm>
            <a:off x="2241550" y="1348750"/>
            <a:ext cx="4661100" cy="168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437" name="Shape 437"/>
        <p:cNvGrpSpPr/>
        <p:nvPr/>
      </p:nvGrpSpPr>
      <p:grpSpPr>
        <a:xfrm>
          <a:off x="0" y="0"/>
          <a:ext cx="0" cy="0"/>
          <a:chOff x="0" y="0"/>
          <a:chExt cx="0" cy="0"/>
        </a:xfrm>
      </p:grpSpPr>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438" name="Shape 438"/>
        <p:cNvGrpSpPr/>
        <p:nvPr/>
      </p:nvGrpSpPr>
      <p:grpSpPr>
        <a:xfrm>
          <a:off x="0" y="0"/>
          <a:ext cx="0" cy="0"/>
          <a:chOff x="0" y="0"/>
          <a:chExt cx="0" cy="0"/>
        </a:xfrm>
      </p:grpSpPr>
      <p:sp>
        <p:nvSpPr>
          <p:cNvPr id="439" name="Google Shape;439;g2198db1af2c_1_479"/>
          <p:cNvSpPr txBox="1"/>
          <p:nvPr>
            <p:ph idx="1" type="subTitle"/>
          </p:nvPr>
        </p:nvSpPr>
        <p:spPr>
          <a:xfrm>
            <a:off x="1181425" y="2303125"/>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sz="2500">
                <a:latin typeface="Bebas Neue"/>
                <a:ea typeface="Bebas Neue"/>
                <a:cs typeface="Bebas Neue"/>
                <a:sym typeface="Bebas Neue"/>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440" name="Google Shape;440;g2198db1af2c_1_479"/>
          <p:cNvSpPr txBox="1"/>
          <p:nvPr>
            <p:ph idx="2" type="subTitle"/>
          </p:nvPr>
        </p:nvSpPr>
        <p:spPr>
          <a:xfrm>
            <a:off x="4836300" y="2303125"/>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sz="2500">
                <a:latin typeface="Bebas Neue"/>
                <a:ea typeface="Bebas Neue"/>
                <a:cs typeface="Bebas Neue"/>
                <a:sym typeface="Bebas Neue"/>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441" name="Google Shape;441;g2198db1af2c_1_479"/>
          <p:cNvSpPr txBox="1"/>
          <p:nvPr>
            <p:ph idx="3" type="subTitle"/>
          </p:nvPr>
        </p:nvSpPr>
        <p:spPr>
          <a:xfrm>
            <a:off x="1181425" y="2917150"/>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2" name="Google Shape;442;g2198db1af2c_1_479"/>
          <p:cNvSpPr txBox="1"/>
          <p:nvPr>
            <p:ph idx="4" type="subTitle"/>
          </p:nvPr>
        </p:nvSpPr>
        <p:spPr>
          <a:xfrm>
            <a:off x="4836300" y="2917150"/>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3" name="Google Shape;443;g2198db1af2c_1_479"/>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444" name="Shape 444"/>
        <p:cNvGrpSpPr/>
        <p:nvPr/>
      </p:nvGrpSpPr>
      <p:grpSpPr>
        <a:xfrm>
          <a:off x="0" y="0"/>
          <a:ext cx="0" cy="0"/>
          <a:chOff x="0" y="0"/>
          <a:chExt cx="0" cy="0"/>
        </a:xfrm>
      </p:grpSpPr>
      <p:sp>
        <p:nvSpPr>
          <p:cNvPr id="445" name="Google Shape;445;g2198db1af2c_1_485"/>
          <p:cNvSpPr txBox="1"/>
          <p:nvPr>
            <p:ph type="title"/>
          </p:nvPr>
        </p:nvSpPr>
        <p:spPr>
          <a:xfrm>
            <a:off x="1195863" y="16828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46" name="Google Shape;446;g2198db1af2c_1_485"/>
          <p:cNvSpPr txBox="1"/>
          <p:nvPr>
            <p:ph idx="1" type="subTitle"/>
          </p:nvPr>
        </p:nvSpPr>
        <p:spPr>
          <a:xfrm>
            <a:off x="1195863" y="22693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7" name="Google Shape;447;g2198db1af2c_1_485"/>
          <p:cNvSpPr txBox="1"/>
          <p:nvPr>
            <p:ph idx="2" type="title"/>
          </p:nvPr>
        </p:nvSpPr>
        <p:spPr>
          <a:xfrm>
            <a:off x="5081043" y="16828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48" name="Google Shape;448;g2198db1af2c_1_485"/>
          <p:cNvSpPr txBox="1"/>
          <p:nvPr>
            <p:ph idx="3" type="subTitle"/>
          </p:nvPr>
        </p:nvSpPr>
        <p:spPr>
          <a:xfrm>
            <a:off x="5081043" y="22693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9" name="Google Shape;449;g2198db1af2c_1_485"/>
          <p:cNvSpPr txBox="1"/>
          <p:nvPr>
            <p:ph idx="4" type="title"/>
          </p:nvPr>
        </p:nvSpPr>
        <p:spPr>
          <a:xfrm>
            <a:off x="1195863" y="31162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50" name="Google Shape;450;g2198db1af2c_1_485"/>
          <p:cNvSpPr txBox="1"/>
          <p:nvPr>
            <p:ph idx="5" type="subTitle"/>
          </p:nvPr>
        </p:nvSpPr>
        <p:spPr>
          <a:xfrm>
            <a:off x="1195863" y="37027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1" name="Google Shape;451;g2198db1af2c_1_485"/>
          <p:cNvSpPr txBox="1"/>
          <p:nvPr>
            <p:ph idx="6" type="title"/>
          </p:nvPr>
        </p:nvSpPr>
        <p:spPr>
          <a:xfrm>
            <a:off x="5081043" y="31162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52" name="Google Shape;452;g2198db1af2c_1_485"/>
          <p:cNvSpPr txBox="1"/>
          <p:nvPr>
            <p:ph idx="7" type="subTitle"/>
          </p:nvPr>
        </p:nvSpPr>
        <p:spPr>
          <a:xfrm>
            <a:off x="5081043" y="37027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3" name="Google Shape;453;g2198db1af2c_1_485"/>
          <p:cNvSpPr txBox="1"/>
          <p:nvPr>
            <p:ph idx="8"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454" name="Shape 454"/>
        <p:cNvGrpSpPr/>
        <p:nvPr/>
      </p:nvGrpSpPr>
      <p:grpSpPr>
        <a:xfrm>
          <a:off x="0" y="0"/>
          <a:ext cx="0" cy="0"/>
          <a:chOff x="0" y="0"/>
          <a:chExt cx="0" cy="0"/>
        </a:xfrm>
      </p:grpSpPr>
      <p:sp>
        <p:nvSpPr>
          <p:cNvPr id="455" name="Google Shape;455;g2198db1af2c_1_495"/>
          <p:cNvSpPr txBox="1"/>
          <p:nvPr>
            <p:ph type="title"/>
          </p:nvPr>
        </p:nvSpPr>
        <p:spPr>
          <a:xfrm>
            <a:off x="720000" y="16828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56" name="Google Shape;456;g2198db1af2c_1_495"/>
          <p:cNvSpPr txBox="1"/>
          <p:nvPr>
            <p:ph idx="1" type="subTitle"/>
          </p:nvPr>
        </p:nvSpPr>
        <p:spPr>
          <a:xfrm>
            <a:off x="720000" y="22693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7" name="Google Shape;457;g2198db1af2c_1_495"/>
          <p:cNvSpPr txBox="1"/>
          <p:nvPr>
            <p:ph idx="2" type="title"/>
          </p:nvPr>
        </p:nvSpPr>
        <p:spPr>
          <a:xfrm>
            <a:off x="3419269" y="16828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58" name="Google Shape;458;g2198db1af2c_1_495"/>
          <p:cNvSpPr txBox="1"/>
          <p:nvPr>
            <p:ph idx="3" type="subTitle"/>
          </p:nvPr>
        </p:nvSpPr>
        <p:spPr>
          <a:xfrm>
            <a:off x="3419269" y="22693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9" name="Google Shape;459;g2198db1af2c_1_495"/>
          <p:cNvSpPr txBox="1"/>
          <p:nvPr>
            <p:ph idx="4" type="title"/>
          </p:nvPr>
        </p:nvSpPr>
        <p:spPr>
          <a:xfrm>
            <a:off x="720000" y="31162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60" name="Google Shape;460;g2198db1af2c_1_495"/>
          <p:cNvSpPr txBox="1"/>
          <p:nvPr>
            <p:ph idx="5" type="subTitle"/>
          </p:nvPr>
        </p:nvSpPr>
        <p:spPr>
          <a:xfrm>
            <a:off x="720000" y="37027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1" name="Google Shape;461;g2198db1af2c_1_495"/>
          <p:cNvSpPr txBox="1"/>
          <p:nvPr>
            <p:ph idx="6" type="title"/>
          </p:nvPr>
        </p:nvSpPr>
        <p:spPr>
          <a:xfrm>
            <a:off x="3419269" y="31162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62" name="Google Shape;462;g2198db1af2c_1_495"/>
          <p:cNvSpPr txBox="1"/>
          <p:nvPr>
            <p:ph idx="7" type="subTitle"/>
          </p:nvPr>
        </p:nvSpPr>
        <p:spPr>
          <a:xfrm>
            <a:off x="3419269" y="37027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3" name="Google Shape;463;g2198db1af2c_1_495"/>
          <p:cNvSpPr txBox="1"/>
          <p:nvPr>
            <p:ph idx="8" type="title"/>
          </p:nvPr>
        </p:nvSpPr>
        <p:spPr>
          <a:xfrm>
            <a:off x="6118545" y="16828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64" name="Google Shape;464;g2198db1af2c_1_495"/>
          <p:cNvSpPr txBox="1"/>
          <p:nvPr>
            <p:ph idx="9" type="subTitle"/>
          </p:nvPr>
        </p:nvSpPr>
        <p:spPr>
          <a:xfrm>
            <a:off x="6118545" y="22693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5" name="Google Shape;465;g2198db1af2c_1_495"/>
          <p:cNvSpPr txBox="1"/>
          <p:nvPr>
            <p:ph idx="13" type="title"/>
          </p:nvPr>
        </p:nvSpPr>
        <p:spPr>
          <a:xfrm>
            <a:off x="6118545" y="31162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66" name="Google Shape;466;g2198db1af2c_1_495"/>
          <p:cNvSpPr txBox="1"/>
          <p:nvPr>
            <p:ph idx="14" type="subTitle"/>
          </p:nvPr>
        </p:nvSpPr>
        <p:spPr>
          <a:xfrm>
            <a:off x="6118545" y="37027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7" name="Google Shape;467;g2198db1af2c_1_495"/>
          <p:cNvSpPr txBox="1"/>
          <p:nvPr>
            <p:ph idx="15"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468" name="Shape 468"/>
        <p:cNvGrpSpPr/>
        <p:nvPr/>
      </p:nvGrpSpPr>
      <p:grpSpPr>
        <a:xfrm>
          <a:off x="0" y="0"/>
          <a:ext cx="0" cy="0"/>
          <a:chOff x="0" y="0"/>
          <a:chExt cx="0" cy="0"/>
        </a:xfrm>
      </p:grpSpPr>
      <p:sp>
        <p:nvSpPr>
          <p:cNvPr id="469" name="Google Shape;469;g2198db1af2c_1_509"/>
          <p:cNvSpPr/>
          <p:nvPr/>
        </p:nvSpPr>
        <p:spPr>
          <a:xfrm rot="5400000">
            <a:off x="-524808" y="1494138"/>
            <a:ext cx="4714425" cy="448394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g2198db1af2c_1_509"/>
          <p:cNvSpPr/>
          <p:nvPr/>
        </p:nvSpPr>
        <p:spPr>
          <a:xfrm rot="5400000">
            <a:off x="-5817" y="2639785"/>
            <a:ext cx="3183457" cy="3723602"/>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g2198db1af2c_1_509"/>
          <p:cNvSpPr/>
          <p:nvPr/>
        </p:nvSpPr>
        <p:spPr>
          <a:xfrm rot="5400000">
            <a:off x="-674076" y="4419276"/>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g2198db1af2c_1_509"/>
          <p:cNvSpPr/>
          <p:nvPr/>
        </p:nvSpPr>
        <p:spPr>
          <a:xfrm rot="-5400000">
            <a:off x="5073598" y="3095424"/>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g2198db1af2c_1_509"/>
          <p:cNvSpPr/>
          <p:nvPr/>
        </p:nvSpPr>
        <p:spPr>
          <a:xfrm rot="-5400000">
            <a:off x="4698222" y="1827745"/>
            <a:ext cx="6324034" cy="2907285"/>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g2198db1af2c_1_509"/>
          <p:cNvSpPr/>
          <p:nvPr/>
        </p:nvSpPr>
        <p:spPr>
          <a:xfrm rot="-5400000">
            <a:off x="5697212" y="2826735"/>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475" name="Shape 475"/>
        <p:cNvGrpSpPr/>
        <p:nvPr/>
      </p:nvGrpSpPr>
      <p:grpSpPr>
        <a:xfrm>
          <a:off x="0" y="0"/>
          <a:ext cx="0" cy="0"/>
          <a:chOff x="0" y="0"/>
          <a:chExt cx="0" cy="0"/>
        </a:xfrm>
      </p:grpSpPr>
      <p:sp>
        <p:nvSpPr>
          <p:cNvPr id="476" name="Google Shape;476;g2198db1af2c_1_516"/>
          <p:cNvSpPr/>
          <p:nvPr/>
        </p:nvSpPr>
        <p:spPr>
          <a:xfrm flipH="1">
            <a:off x="6761925" y="-156750"/>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g2198db1af2c_1_516"/>
          <p:cNvSpPr/>
          <p:nvPr/>
        </p:nvSpPr>
        <p:spPr>
          <a:xfrm rot="10800000">
            <a:off x="6946525" y="-754575"/>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g2198db1af2c_1_516"/>
          <p:cNvSpPr/>
          <p:nvPr/>
        </p:nvSpPr>
        <p:spPr>
          <a:xfrm flipH="1" rot="10800000">
            <a:off x="-610111" y="-420997"/>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g2198db1af2c_1_516"/>
          <p:cNvSpPr/>
          <p:nvPr/>
        </p:nvSpPr>
        <p:spPr>
          <a:xfrm flipH="1" rot="10800000">
            <a:off x="-562185" y="-205384"/>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g2198db1af2c_1_516"/>
          <p:cNvSpPr/>
          <p:nvPr/>
        </p:nvSpPr>
        <p:spPr>
          <a:xfrm flipH="1" rot="10800000">
            <a:off x="-562185" y="-393259"/>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_1">
    <p:spTree>
      <p:nvGrpSpPr>
        <p:cNvPr id="481" name="Shape 481"/>
        <p:cNvGrpSpPr/>
        <p:nvPr/>
      </p:nvGrpSpPr>
      <p:grpSpPr>
        <a:xfrm>
          <a:off x="0" y="0"/>
          <a:ext cx="0" cy="0"/>
          <a:chOff x="0" y="0"/>
          <a:chExt cx="0" cy="0"/>
        </a:xfrm>
      </p:grpSpPr>
      <p:sp>
        <p:nvSpPr>
          <p:cNvPr id="482" name="Google Shape;482;g2198db1af2c_1_522"/>
          <p:cNvSpPr txBox="1"/>
          <p:nvPr>
            <p:ph idx="12" type="sldNum"/>
          </p:nvPr>
        </p:nvSpPr>
        <p:spPr>
          <a:xfrm>
            <a:off x="8404384" y="4673651"/>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483" name="Google Shape;483;g2198db1af2c_1_522"/>
          <p:cNvSpPr/>
          <p:nvPr/>
        </p:nvSpPr>
        <p:spPr>
          <a:xfrm flipH="1" rot="10800000">
            <a:off x="659175" y="-328750"/>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g2198db1af2c_1_522"/>
          <p:cNvSpPr/>
          <p:nvPr/>
        </p:nvSpPr>
        <p:spPr>
          <a:xfrm flipH="1" rot="10800000">
            <a:off x="-154025" y="-157975"/>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g2198db1af2c_1_522"/>
          <p:cNvSpPr/>
          <p:nvPr/>
        </p:nvSpPr>
        <p:spPr>
          <a:xfrm flipH="1" rot="10800000">
            <a:off x="-110700" y="-13290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g2198db1af2c_1_522"/>
          <p:cNvSpPr/>
          <p:nvPr/>
        </p:nvSpPr>
        <p:spPr>
          <a:xfrm rot="10800000">
            <a:off x="6425950" y="2109538"/>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g2198db1af2c_1_522"/>
          <p:cNvSpPr/>
          <p:nvPr/>
        </p:nvSpPr>
        <p:spPr>
          <a:xfrm rot="10800000">
            <a:off x="6267900" y="3462388"/>
            <a:ext cx="2911925" cy="1775125"/>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g2198db1af2c_1_522"/>
          <p:cNvSpPr/>
          <p:nvPr/>
        </p:nvSpPr>
        <p:spPr>
          <a:xfrm rot="10800000">
            <a:off x="7368975" y="4533838"/>
            <a:ext cx="1810850" cy="703675"/>
          </a:xfrm>
          <a:custGeom>
            <a:rect b="b" l="l" r="r" t="t"/>
            <a:pathLst>
              <a:path extrusionOk="0" h="28147" w="72434">
                <a:moveTo>
                  <a:pt x="0" y="0"/>
                </a:moveTo>
                <a:lnTo>
                  <a:pt x="0" y="28147"/>
                </a:lnTo>
                <a:cubicBezTo>
                  <a:pt x="4012" y="26870"/>
                  <a:pt x="8177" y="26110"/>
                  <a:pt x="12310" y="25745"/>
                </a:cubicBezTo>
                <a:cubicBezTo>
                  <a:pt x="21247" y="24955"/>
                  <a:pt x="30274" y="25563"/>
                  <a:pt x="39180" y="24682"/>
                </a:cubicBezTo>
                <a:cubicBezTo>
                  <a:pt x="48117" y="23800"/>
                  <a:pt x="57235" y="21308"/>
                  <a:pt x="64074" y="15107"/>
                </a:cubicBezTo>
                <a:cubicBezTo>
                  <a:pt x="68299" y="11277"/>
                  <a:pt x="71400" y="5745"/>
                  <a:pt x="724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BLANK_1_1_1_1_1_1_1_1_1_1">
    <p:bg>
      <p:bgPr>
        <a:solidFill>
          <a:srgbClr val="46A9E7">
            <a:alpha val="6666"/>
          </a:srgbClr>
        </a:solidFill>
      </p:bgPr>
    </p:bg>
    <p:spTree>
      <p:nvGrpSpPr>
        <p:cNvPr id="489" name="Shape 489"/>
        <p:cNvGrpSpPr/>
        <p:nvPr/>
      </p:nvGrpSpPr>
      <p:grpSpPr>
        <a:xfrm>
          <a:off x="0" y="0"/>
          <a:ext cx="0" cy="0"/>
          <a:chOff x="0" y="0"/>
          <a:chExt cx="0" cy="0"/>
        </a:xfrm>
      </p:grpSpPr>
      <p:sp>
        <p:nvSpPr>
          <p:cNvPr id="490" name="Google Shape;490;g2198db1af2c_1_530"/>
          <p:cNvSpPr txBox="1"/>
          <p:nvPr>
            <p:ph idx="12" type="sldNum"/>
          </p:nvPr>
        </p:nvSpPr>
        <p:spPr>
          <a:xfrm flipH="1" rot="10800000">
            <a:off x="8404384" y="-34888"/>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491" name="Google Shape;491;g2198db1af2c_1_530"/>
          <p:cNvSpPr/>
          <p:nvPr/>
        </p:nvSpPr>
        <p:spPr>
          <a:xfrm>
            <a:off x="659175" y="3948438"/>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g2198db1af2c_1_530"/>
          <p:cNvSpPr/>
          <p:nvPr/>
        </p:nvSpPr>
        <p:spPr>
          <a:xfrm>
            <a:off x="-154025" y="2625688"/>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g2198db1af2c_1_530"/>
          <p:cNvSpPr/>
          <p:nvPr/>
        </p:nvSpPr>
        <p:spPr>
          <a:xfrm>
            <a:off x="-110700" y="3051988"/>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g2198db1af2c_1_530"/>
          <p:cNvSpPr/>
          <p:nvPr/>
        </p:nvSpPr>
        <p:spPr>
          <a:xfrm flipH="1">
            <a:off x="6425950" y="-328750"/>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g2198db1af2c_1_530"/>
          <p:cNvSpPr/>
          <p:nvPr/>
        </p:nvSpPr>
        <p:spPr>
          <a:xfrm flipH="1">
            <a:off x="6267900" y="-205150"/>
            <a:ext cx="2911925" cy="1775125"/>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g2198db1af2c_1_530"/>
          <p:cNvSpPr/>
          <p:nvPr/>
        </p:nvSpPr>
        <p:spPr>
          <a:xfrm flipH="1">
            <a:off x="7368975" y="-205150"/>
            <a:ext cx="1810850" cy="703675"/>
          </a:xfrm>
          <a:custGeom>
            <a:rect b="b" l="l" r="r" t="t"/>
            <a:pathLst>
              <a:path extrusionOk="0" h="28147" w="72434">
                <a:moveTo>
                  <a:pt x="0" y="0"/>
                </a:moveTo>
                <a:lnTo>
                  <a:pt x="0" y="28147"/>
                </a:lnTo>
                <a:cubicBezTo>
                  <a:pt x="4012" y="26870"/>
                  <a:pt x="8177" y="26110"/>
                  <a:pt x="12310" y="25745"/>
                </a:cubicBezTo>
                <a:cubicBezTo>
                  <a:pt x="21247" y="24955"/>
                  <a:pt x="30274" y="25563"/>
                  <a:pt x="39180" y="24682"/>
                </a:cubicBezTo>
                <a:cubicBezTo>
                  <a:pt x="48117" y="23800"/>
                  <a:pt x="57235" y="21308"/>
                  <a:pt x="64074" y="15107"/>
                </a:cubicBezTo>
                <a:cubicBezTo>
                  <a:pt x="68299" y="11277"/>
                  <a:pt x="71400" y="5745"/>
                  <a:pt x="724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03" name="Shape 503"/>
        <p:cNvGrpSpPr/>
        <p:nvPr/>
      </p:nvGrpSpPr>
      <p:grpSpPr>
        <a:xfrm>
          <a:off x="0" y="0"/>
          <a:ext cx="0" cy="0"/>
          <a:chOff x="0" y="0"/>
          <a:chExt cx="0" cy="0"/>
        </a:xfrm>
      </p:grpSpPr>
      <p:sp>
        <p:nvSpPr>
          <p:cNvPr id="504" name="Google Shape;504;g2611b39a811_0_99"/>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rtl="0" algn="ctr">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505" name="Google Shape;505;g2611b39a811_0_99"/>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rtl="0" algn="ctr">
              <a:lnSpc>
                <a:spcPct val="90000"/>
              </a:lnSpc>
              <a:spcBef>
                <a:spcPts val="800"/>
              </a:spcBef>
              <a:spcAft>
                <a:spcPts val="0"/>
              </a:spcAft>
              <a:buClr>
                <a:schemeClr val="dk1"/>
              </a:buClr>
              <a:buSzPts val="1800"/>
              <a:buNone/>
              <a:defRPr sz="1800"/>
            </a:lvl1pPr>
            <a:lvl2pPr lvl="1" rtl="0" algn="ctr">
              <a:lnSpc>
                <a:spcPct val="90000"/>
              </a:lnSpc>
              <a:spcBef>
                <a:spcPts val="400"/>
              </a:spcBef>
              <a:spcAft>
                <a:spcPts val="0"/>
              </a:spcAft>
              <a:buClr>
                <a:schemeClr val="dk1"/>
              </a:buClr>
              <a:buSzPts val="1500"/>
              <a:buNone/>
              <a:defRPr sz="1500"/>
            </a:lvl2pPr>
            <a:lvl3pPr lvl="2" rtl="0" algn="ctr">
              <a:lnSpc>
                <a:spcPct val="90000"/>
              </a:lnSpc>
              <a:spcBef>
                <a:spcPts val="400"/>
              </a:spcBef>
              <a:spcAft>
                <a:spcPts val="0"/>
              </a:spcAft>
              <a:buClr>
                <a:schemeClr val="dk1"/>
              </a:buClr>
              <a:buSzPts val="1400"/>
              <a:buNone/>
              <a:defRPr sz="1400"/>
            </a:lvl3pPr>
            <a:lvl4pPr lvl="3" rtl="0" algn="ctr">
              <a:lnSpc>
                <a:spcPct val="90000"/>
              </a:lnSpc>
              <a:spcBef>
                <a:spcPts val="400"/>
              </a:spcBef>
              <a:spcAft>
                <a:spcPts val="0"/>
              </a:spcAft>
              <a:buClr>
                <a:schemeClr val="dk1"/>
              </a:buClr>
              <a:buSzPts val="1200"/>
              <a:buNone/>
              <a:defRPr sz="1200"/>
            </a:lvl4pPr>
            <a:lvl5pPr lvl="4" rtl="0" algn="ctr">
              <a:lnSpc>
                <a:spcPct val="90000"/>
              </a:lnSpc>
              <a:spcBef>
                <a:spcPts val="400"/>
              </a:spcBef>
              <a:spcAft>
                <a:spcPts val="0"/>
              </a:spcAft>
              <a:buClr>
                <a:schemeClr val="dk1"/>
              </a:buClr>
              <a:buSzPts val="1200"/>
              <a:buNone/>
              <a:defRPr sz="1200"/>
            </a:lvl5pPr>
            <a:lvl6pPr lvl="5" rtl="0" algn="ctr">
              <a:lnSpc>
                <a:spcPct val="90000"/>
              </a:lnSpc>
              <a:spcBef>
                <a:spcPts val="400"/>
              </a:spcBef>
              <a:spcAft>
                <a:spcPts val="0"/>
              </a:spcAft>
              <a:buClr>
                <a:schemeClr val="dk1"/>
              </a:buClr>
              <a:buSzPts val="1200"/>
              <a:buNone/>
              <a:defRPr sz="1200"/>
            </a:lvl6pPr>
            <a:lvl7pPr lvl="6" rtl="0" algn="ctr">
              <a:lnSpc>
                <a:spcPct val="90000"/>
              </a:lnSpc>
              <a:spcBef>
                <a:spcPts val="400"/>
              </a:spcBef>
              <a:spcAft>
                <a:spcPts val="0"/>
              </a:spcAft>
              <a:buClr>
                <a:schemeClr val="dk1"/>
              </a:buClr>
              <a:buSzPts val="1200"/>
              <a:buNone/>
              <a:defRPr sz="1200"/>
            </a:lvl7pPr>
            <a:lvl8pPr lvl="7" rtl="0" algn="ctr">
              <a:lnSpc>
                <a:spcPct val="90000"/>
              </a:lnSpc>
              <a:spcBef>
                <a:spcPts val="400"/>
              </a:spcBef>
              <a:spcAft>
                <a:spcPts val="0"/>
              </a:spcAft>
              <a:buClr>
                <a:schemeClr val="dk1"/>
              </a:buClr>
              <a:buSzPts val="1200"/>
              <a:buNone/>
              <a:defRPr sz="1200"/>
            </a:lvl8pPr>
            <a:lvl9pPr lvl="8" rtl="0" algn="ctr">
              <a:lnSpc>
                <a:spcPct val="90000"/>
              </a:lnSpc>
              <a:spcBef>
                <a:spcPts val="400"/>
              </a:spcBef>
              <a:spcAft>
                <a:spcPts val="0"/>
              </a:spcAft>
              <a:buClr>
                <a:schemeClr val="dk1"/>
              </a:buClr>
              <a:buSzPts val="1200"/>
              <a:buNone/>
              <a:defRPr sz="1200"/>
            </a:lvl9pPr>
          </a:lstStyle>
          <a:p/>
        </p:txBody>
      </p:sp>
      <p:sp>
        <p:nvSpPr>
          <p:cNvPr id="506" name="Google Shape;506;g2611b39a811_0_9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07" name="Google Shape;507;g2611b39a811_0_9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08" name="Google Shape;508;g2611b39a811_0_9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l">
              <a:spcBef>
                <a:spcPts val="0"/>
              </a:spcBef>
              <a:buNone/>
              <a:defRPr/>
            </a:lvl1pPr>
            <a:lvl2pPr indent="0" lvl="1" marL="0" rtl="0" algn="l">
              <a:spcBef>
                <a:spcPts val="0"/>
              </a:spcBef>
              <a:buNone/>
              <a:defRPr/>
            </a:lvl2pPr>
            <a:lvl3pPr indent="0" lvl="2" marL="0" rtl="0" algn="l">
              <a:spcBef>
                <a:spcPts val="0"/>
              </a:spcBef>
              <a:buNone/>
              <a:defRPr/>
            </a:lvl3pPr>
            <a:lvl4pPr indent="0" lvl="3" marL="0" rtl="0" algn="l">
              <a:spcBef>
                <a:spcPts val="0"/>
              </a:spcBef>
              <a:buNone/>
              <a:defRPr/>
            </a:lvl4pPr>
            <a:lvl5pPr indent="0" lvl="4" marL="0" rtl="0" algn="l">
              <a:spcBef>
                <a:spcPts val="0"/>
              </a:spcBef>
              <a:buNone/>
              <a:defRPr/>
            </a:lvl5pPr>
            <a:lvl6pPr indent="0" lvl="5" marL="0" rtl="0" algn="l">
              <a:spcBef>
                <a:spcPts val="0"/>
              </a:spcBef>
              <a:buNone/>
              <a:defRPr/>
            </a:lvl6pPr>
            <a:lvl7pPr indent="0" lvl="6" marL="0" rtl="0" algn="l">
              <a:spcBef>
                <a:spcPts val="0"/>
              </a:spcBef>
              <a:buNone/>
              <a:defRPr/>
            </a:lvl7pPr>
            <a:lvl8pPr indent="0" lvl="7" marL="0" rtl="0" algn="l">
              <a:spcBef>
                <a:spcPts val="0"/>
              </a:spcBef>
              <a:buNone/>
              <a:defRPr/>
            </a:lvl8pPr>
            <a:lvl9pPr indent="0" lvl="8" marL="0" rt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9" name="Shape 509"/>
        <p:cNvGrpSpPr/>
        <p:nvPr/>
      </p:nvGrpSpPr>
      <p:grpSpPr>
        <a:xfrm>
          <a:off x="0" y="0"/>
          <a:ext cx="0" cy="0"/>
          <a:chOff x="0" y="0"/>
          <a:chExt cx="0" cy="0"/>
        </a:xfrm>
      </p:grpSpPr>
      <p:sp>
        <p:nvSpPr>
          <p:cNvPr id="510" name="Google Shape;510;g2611b39a811_0_10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511" name="Google Shape;511;g2611b39a811_0_10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512" name="Google Shape;512;g2611b39a811_0_10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13" name="Google Shape;513;g2611b39a811_0_10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14" name="Google Shape;514;g2611b39a811_0_10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l">
              <a:spcBef>
                <a:spcPts val="0"/>
              </a:spcBef>
              <a:buNone/>
              <a:defRPr/>
            </a:lvl1pPr>
            <a:lvl2pPr indent="0" lvl="1" marL="0" rtl="0" algn="l">
              <a:spcBef>
                <a:spcPts val="0"/>
              </a:spcBef>
              <a:buNone/>
              <a:defRPr/>
            </a:lvl2pPr>
            <a:lvl3pPr indent="0" lvl="2" marL="0" rtl="0" algn="l">
              <a:spcBef>
                <a:spcPts val="0"/>
              </a:spcBef>
              <a:buNone/>
              <a:defRPr/>
            </a:lvl3pPr>
            <a:lvl4pPr indent="0" lvl="3" marL="0" rtl="0" algn="l">
              <a:spcBef>
                <a:spcPts val="0"/>
              </a:spcBef>
              <a:buNone/>
              <a:defRPr/>
            </a:lvl4pPr>
            <a:lvl5pPr indent="0" lvl="4" marL="0" rtl="0" algn="l">
              <a:spcBef>
                <a:spcPts val="0"/>
              </a:spcBef>
              <a:buNone/>
              <a:defRPr/>
            </a:lvl5pPr>
            <a:lvl6pPr indent="0" lvl="5" marL="0" rtl="0" algn="l">
              <a:spcBef>
                <a:spcPts val="0"/>
              </a:spcBef>
              <a:buNone/>
              <a:defRPr/>
            </a:lvl6pPr>
            <a:lvl7pPr indent="0" lvl="6" marL="0" rtl="0" algn="l">
              <a:spcBef>
                <a:spcPts val="0"/>
              </a:spcBef>
              <a:buNone/>
              <a:defRPr/>
            </a:lvl7pPr>
            <a:lvl8pPr indent="0" lvl="7" marL="0" rtl="0" algn="l">
              <a:spcBef>
                <a:spcPts val="0"/>
              </a:spcBef>
              <a:buNone/>
              <a:defRPr/>
            </a:lvl8pPr>
            <a:lvl9pPr indent="0" lvl="8" marL="0" rt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5" name="Shape 515"/>
        <p:cNvGrpSpPr/>
        <p:nvPr/>
      </p:nvGrpSpPr>
      <p:grpSpPr>
        <a:xfrm>
          <a:off x="0" y="0"/>
          <a:ext cx="0" cy="0"/>
          <a:chOff x="0" y="0"/>
          <a:chExt cx="0" cy="0"/>
        </a:xfrm>
      </p:grpSpPr>
      <p:sp>
        <p:nvSpPr>
          <p:cNvPr id="516" name="Google Shape;516;g2611b39a811_0_111"/>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517" name="Google Shape;517;g2611b39a811_0_111"/>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rgbClr val="888888"/>
              </a:buClr>
              <a:buSzPts val="1800"/>
              <a:buNone/>
              <a:defRPr sz="1800">
                <a:solidFill>
                  <a:srgbClr val="888888"/>
                </a:solidFill>
              </a:defRPr>
            </a:lvl1pPr>
            <a:lvl2pPr indent="-228600" lvl="1" marL="914400" rtl="0" algn="l">
              <a:lnSpc>
                <a:spcPct val="90000"/>
              </a:lnSpc>
              <a:spcBef>
                <a:spcPts val="400"/>
              </a:spcBef>
              <a:spcAft>
                <a:spcPts val="0"/>
              </a:spcAft>
              <a:buClr>
                <a:srgbClr val="888888"/>
              </a:buClr>
              <a:buSzPts val="1500"/>
              <a:buNone/>
              <a:defRPr sz="1500">
                <a:solidFill>
                  <a:srgbClr val="888888"/>
                </a:solidFill>
              </a:defRPr>
            </a:lvl2pPr>
            <a:lvl3pPr indent="-228600" lvl="2" marL="1371600" rtl="0" algn="l">
              <a:lnSpc>
                <a:spcPct val="90000"/>
              </a:lnSpc>
              <a:spcBef>
                <a:spcPts val="400"/>
              </a:spcBef>
              <a:spcAft>
                <a:spcPts val="0"/>
              </a:spcAft>
              <a:buClr>
                <a:srgbClr val="888888"/>
              </a:buClr>
              <a:buSzPts val="1400"/>
              <a:buNone/>
              <a:defRPr sz="1400">
                <a:solidFill>
                  <a:srgbClr val="888888"/>
                </a:solidFill>
              </a:defRPr>
            </a:lvl3pPr>
            <a:lvl4pPr indent="-228600" lvl="3" marL="1828800" rtl="0" algn="l">
              <a:lnSpc>
                <a:spcPct val="90000"/>
              </a:lnSpc>
              <a:spcBef>
                <a:spcPts val="400"/>
              </a:spcBef>
              <a:spcAft>
                <a:spcPts val="0"/>
              </a:spcAft>
              <a:buClr>
                <a:srgbClr val="888888"/>
              </a:buClr>
              <a:buSzPts val="1200"/>
              <a:buNone/>
              <a:defRPr sz="1200">
                <a:solidFill>
                  <a:srgbClr val="888888"/>
                </a:solidFill>
              </a:defRPr>
            </a:lvl4pPr>
            <a:lvl5pPr indent="-228600" lvl="4" marL="2286000" rtl="0" algn="l">
              <a:lnSpc>
                <a:spcPct val="90000"/>
              </a:lnSpc>
              <a:spcBef>
                <a:spcPts val="400"/>
              </a:spcBef>
              <a:spcAft>
                <a:spcPts val="0"/>
              </a:spcAft>
              <a:buClr>
                <a:srgbClr val="888888"/>
              </a:buClr>
              <a:buSzPts val="1200"/>
              <a:buNone/>
              <a:defRPr sz="1200">
                <a:solidFill>
                  <a:srgbClr val="888888"/>
                </a:solidFill>
              </a:defRPr>
            </a:lvl5pPr>
            <a:lvl6pPr indent="-228600" lvl="5" marL="2743200" rtl="0" algn="l">
              <a:lnSpc>
                <a:spcPct val="90000"/>
              </a:lnSpc>
              <a:spcBef>
                <a:spcPts val="400"/>
              </a:spcBef>
              <a:spcAft>
                <a:spcPts val="0"/>
              </a:spcAft>
              <a:buClr>
                <a:srgbClr val="888888"/>
              </a:buClr>
              <a:buSzPts val="1200"/>
              <a:buNone/>
              <a:defRPr sz="1200">
                <a:solidFill>
                  <a:srgbClr val="888888"/>
                </a:solidFill>
              </a:defRPr>
            </a:lvl6pPr>
            <a:lvl7pPr indent="-228600" lvl="6" marL="3200400" rtl="0" algn="l">
              <a:lnSpc>
                <a:spcPct val="90000"/>
              </a:lnSpc>
              <a:spcBef>
                <a:spcPts val="400"/>
              </a:spcBef>
              <a:spcAft>
                <a:spcPts val="0"/>
              </a:spcAft>
              <a:buClr>
                <a:srgbClr val="888888"/>
              </a:buClr>
              <a:buSzPts val="1200"/>
              <a:buNone/>
              <a:defRPr sz="1200">
                <a:solidFill>
                  <a:srgbClr val="888888"/>
                </a:solidFill>
              </a:defRPr>
            </a:lvl7pPr>
            <a:lvl8pPr indent="-228600" lvl="7" marL="3657600" rtl="0" algn="l">
              <a:lnSpc>
                <a:spcPct val="90000"/>
              </a:lnSpc>
              <a:spcBef>
                <a:spcPts val="400"/>
              </a:spcBef>
              <a:spcAft>
                <a:spcPts val="0"/>
              </a:spcAft>
              <a:buClr>
                <a:srgbClr val="888888"/>
              </a:buClr>
              <a:buSzPts val="1200"/>
              <a:buNone/>
              <a:defRPr sz="1200">
                <a:solidFill>
                  <a:srgbClr val="888888"/>
                </a:solidFill>
              </a:defRPr>
            </a:lvl8pPr>
            <a:lvl9pPr indent="-228600" lvl="8" marL="4114800" rtl="0" algn="l">
              <a:lnSpc>
                <a:spcPct val="90000"/>
              </a:lnSpc>
              <a:spcBef>
                <a:spcPts val="400"/>
              </a:spcBef>
              <a:spcAft>
                <a:spcPts val="0"/>
              </a:spcAft>
              <a:buClr>
                <a:srgbClr val="888888"/>
              </a:buClr>
              <a:buSzPts val="1200"/>
              <a:buNone/>
              <a:defRPr sz="1200">
                <a:solidFill>
                  <a:srgbClr val="888888"/>
                </a:solidFill>
              </a:defRPr>
            </a:lvl9pPr>
          </a:lstStyle>
          <a:p/>
        </p:txBody>
      </p:sp>
      <p:sp>
        <p:nvSpPr>
          <p:cNvPr id="518" name="Google Shape;518;g2611b39a811_0_11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19" name="Google Shape;519;g2611b39a811_0_11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20" name="Google Shape;520;g2611b39a811_0_1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l">
              <a:spcBef>
                <a:spcPts val="0"/>
              </a:spcBef>
              <a:buNone/>
              <a:defRPr/>
            </a:lvl1pPr>
            <a:lvl2pPr indent="0" lvl="1" marL="0" rtl="0" algn="l">
              <a:spcBef>
                <a:spcPts val="0"/>
              </a:spcBef>
              <a:buNone/>
              <a:defRPr/>
            </a:lvl2pPr>
            <a:lvl3pPr indent="0" lvl="2" marL="0" rtl="0" algn="l">
              <a:spcBef>
                <a:spcPts val="0"/>
              </a:spcBef>
              <a:buNone/>
              <a:defRPr/>
            </a:lvl3pPr>
            <a:lvl4pPr indent="0" lvl="3" marL="0" rtl="0" algn="l">
              <a:spcBef>
                <a:spcPts val="0"/>
              </a:spcBef>
              <a:buNone/>
              <a:defRPr/>
            </a:lvl4pPr>
            <a:lvl5pPr indent="0" lvl="4" marL="0" rtl="0" algn="l">
              <a:spcBef>
                <a:spcPts val="0"/>
              </a:spcBef>
              <a:buNone/>
              <a:defRPr/>
            </a:lvl5pPr>
            <a:lvl6pPr indent="0" lvl="5" marL="0" rtl="0" algn="l">
              <a:spcBef>
                <a:spcPts val="0"/>
              </a:spcBef>
              <a:buNone/>
              <a:defRPr/>
            </a:lvl6pPr>
            <a:lvl7pPr indent="0" lvl="6" marL="0" rtl="0" algn="l">
              <a:spcBef>
                <a:spcPts val="0"/>
              </a:spcBef>
              <a:buNone/>
              <a:defRPr/>
            </a:lvl7pPr>
            <a:lvl8pPr indent="0" lvl="7" marL="0" rtl="0" algn="l">
              <a:spcBef>
                <a:spcPts val="0"/>
              </a:spcBef>
              <a:buNone/>
              <a:defRPr/>
            </a:lvl8pPr>
            <a:lvl9pPr indent="0" lvl="8" marL="0" rt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21" name="Shape 521"/>
        <p:cNvGrpSpPr/>
        <p:nvPr/>
      </p:nvGrpSpPr>
      <p:grpSpPr>
        <a:xfrm>
          <a:off x="0" y="0"/>
          <a:ext cx="0" cy="0"/>
          <a:chOff x="0" y="0"/>
          <a:chExt cx="0" cy="0"/>
        </a:xfrm>
      </p:grpSpPr>
      <p:sp>
        <p:nvSpPr>
          <p:cNvPr id="522" name="Google Shape;522;g2611b39a811_0_11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523" name="Google Shape;523;g2611b39a811_0_117"/>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524" name="Google Shape;524;g2611b39a811_0_117"/>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525" name="Google Shape;525;g2611b39a811_0_1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26" name="Google Shape;526;g2611b39a811_0_1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27" name="Google Shape;527;g2611b39a811_0_1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l">
              <a:spcBef>
                <a:spcPts val="0"/>
              </a:spcBef>
              <a:buNone/>
              <a:defRPr/>
            </a:lvl1pPr>
            <a:lvl2pPr indent="0" lvl="1" marL="0" rtl="0" algn="l">
              <a:spcBef>
                <a:spcPts val="0"/>
              </a:spcBef>
              <a:buNone/>
              <a:defRPr/>
            </a:lvl2pPr>
            <a:lvl3pPr indent="0" lvl="2" marL="0" rtl="0" algn="l">
              <a:spcBef>
                <a:spcPts val="0"/>
              </a:spcBef>
              <a:buNone/>
              <a:defRPr/>
            </a:lvl3pPr>
            <a:lvl4pPr indent="0" lvl="3" marL="0" rtl="0" algn="l">
              <a:spcBef>
                <a:spcPts val="0"/>
              </a:spcBef>
              <a:buNone/>
              <a:defRPr/>
            </a:lvl4pPr>
            <a:lvl5pPr indent="0" lvl="4" marL="0" rtl="0" algn="l">
              <a:spcBef>
                <a:spcPts val="0"/>
              </a:spcBef>
              <a:buNone/>
              <a:defRPr/>
            </a:lvl5pPr>
            <a:lvl6pPr indent="0" lvl="5" marL="0" rtl="0" algn="l">
              <a:spcBef>
                <a:spcPts val="0"/>
              </a:spcBef>
              <a:buNone/>
              <a:defRPr/>
            </a:lvl6pPr>
            <a:lvl7pPr indent="0" lvl="6" marL="0" rtl="0" algn="l">
              <a:spcBef>
                <a:spcPts val="0"/>
              </a:spcBef>
              <a:buNone/>
              <a:defRPr/>
            </a:lvl7pPr>
            <a:lvl8pPr indent="0" lvl="7" marL="0" rtl="0" algn="l">
              <a:spcBef>
                <a:spcPts val="0"/>
              </a:spcBef>
              <a:buNone/>
              <a:defRPr/>
            </a:lvl8pPr>
            <a:lvl9pPr indent="0" lvl="8" marL="0" rt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8" name="Shape 528"/>
        <p:cNvGrpSpPr/>
        <p:nvPr/>
      </p:nvGrpSpPr>
      <p:grpSpPr>
        <a:xfrm>
          <a:off x="0" y="0"/>
          <a:ext cx="0" cy="0"/>
          <a:chOff x="0" y="0"/>
          <a:chExt cx="0" cy="0"/>
        </a:xfrm>
      </p:grpSpPr>
      <p:sp>
        <p:nvSpPr>
          <p:cNvPr id="529" name="Google Shape;529;g2611b39a811_0_124"/>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530" name="Google Shape;530;g2611b39a811_0_124"/>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531" name="Google Shape;531;g2611b39a811_0_124"/>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532" name="Google Shape;532;g2611b39a811_0_124"/>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533" name="Google Shape;533;g2611b39a811_0_124"/>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534" name="Google Shape;534;g2611b39a811_0_1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35" name="Google Shape;535;g2611b39a811_0_1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36" name="Google Shape;536;g2611b39a811_0_1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l">
              <a:spcBef>
                <a:spcPts val="0"/>
              </a:spcBef>
              <a:buNone/>
              <a:defRPr/>
            </a:lvl1pPr>
            <a:lvl2pPr indent="0" lvl="1" marL="0" rtl="0" algn="l">
              <a:spcBef>
                <a:spcPts val="0"/>
              </a:spcBef>
              <a:buNone/>
              <a:defRPr/>
            </a:lvl2pPr>
            <a:lvl3pPr indent="0" lvl="2" marL="0" rtl="0" algn="l">
              <a:spcBef>
                <a:spcPts val="0"/>
              </a:spcBef>
              <a:buNone/>
              <a:defRPr/>
            </a:lvl3pPr>
            <a:lvl4pPr indent="0" lvl="3" marL="0" rtl="0" algn="l">
              <a:spcBef>
                <a:spcPts val="0"/>
              </a:spcBef>
              <a:buNone/>
              <a:defRPr/>
            </a:lvl4pPr>
            <a:lvl5pPr indent="0" lvl="4" marL="0" rtl="0" algn="l">
              <a:spcBef>
                <a:spcPts val="0"/>
              </a:spcBef>
              <a:buNone/>
              <a:defRPr/>
            </a:lvl5pPr>
            <a:lvl6pPr indent="0" lvl="5" marL="0" rtl="0" algn="l">
              <a:spcBef>
                <a:spcPts val="0"/>
              </a:spcBef>
              <a:buNone/>
              <a:defRPr/>
            </a:lvl6pPr>
            <a:lvl7pPr indent="0" lvl="6" marL="0" rtl="0" algn="l">
              <a:spcBef>
                <a:spcPts val="0"/>
              </a:spcBef>
              <a:buNone/>
              <a:defRPr/>
            </a:lvl7pPr>
            <a:lvl8pPr indent="0" lvl="7" marL="0" rtl="0" algn="l">
              <a:spcBef>
                <a:spcPts val="0"/>
              </a:spcBef>
              <a:buNone/>
              <a:defRPr/>
            </a:lvl8pPr>
            <a:lvl9pPr indent="0" lvl="8" marL="0" rt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7" name="Shape 537"/>
        <p:cNvGrpSpPr/>
        <p:nvPr/>
      </p:nvGrpSpPr>
      <p:grpSpPr>
        <a:xfrm>
          <a:off x="0" y="0"/>
          <a:ext cx="0" cy="0"/>
          <a:chOff x="0" y="0"/>
          <a:chExt cx="0" cy="0"/>
        </a:xfrm>
      </p:grpSpPr>
      <p:sp>
        <p:nvSpPr>
          <p:cNvPr id="538" name="Google Shape;538;g2611b39a811_0_13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539" name="Google Shape;539;g2611b39a811_0_13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40" name="Google Shape;540;g2611b39a811_0_13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41" name="Google Shape;541;g2611b39a811_0_13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l">
              <a:spcBef>
                <a:spcPts val="0"/>
              </a:spcBef>
              <a:buNone/>
              <a:defRPr/>
            </a:lvl1pPr>
            <a:lvl2pPr indent="0" lvl="1" marL="0" rtl="0" algn="l">
              <a:spcBef>
                <a:spcPts val="0"/>
              </a:spcBef>
              <a:buNone/>
              <a:defRPr/>
            </a:lvl2pPr>
            <a:lvl3pPr indent="0" lvl="2" marL="0" rtl="0" algn="l">
              <a:spcBef>
                <a:spcPts val="0"/>
              </a:spcBef>
              <a:buNone/>
              <a:defRPr/>
            </a:lvl3pPr>
            <a:lvl4pPr indent="0" lvl="3" marL="0" rtl="0" algn="l">
              <a:spcBef>
                <a:spcPts val="0"/>
              </a:spcBef>
              <a:buNone/>
              <a:defRPr/>
            </a:lvl4pPr>
            <a:lvl5pPr indent="0" lvl="4" marL="0" rtl="0" algn="l">
              <a:spcBef>
                <a:spcPts val="0"/>
              </a:spcBef>
              <a:buNone/>
              <a:defRPr/>
            </a:lvl5pPr>
            <a:lvl6pPr indent="0" lvl="5" marL="0" rtl="0" algn="l">
              <a:spcBef>
                <a:spcPts val="0"/>
              </a:spcBef>
              <a:buNone/>
              <a:defRPr/>
            </a:lvl6pPr>
            <a:lvl7pPr indent="0" lvl="6" marL="0" rtl="0" algn="l">
              <a:spcBef>
                <a:spcPts val="0"/>
              </a:spcBef>
              <a:buNone/>
              <a:defRPr/>
            </a:lvl7pPr>
            <a:lvl8pPr indent="0" lvl="7" marL="0" rtl="0" algn="l">
              <a:spcBef>
                <a:spcPts val="0"/>
              </a:spcBef>
              <a:buNone/>
              <a:defRPr/>
            </a:lvl8pPr>
            <a:lvl9pPr indent="0" lvl="8" marL="0" rt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2" name="Shape 542"/>
        <p:cNvGrpSpPr/>
        <p:nvPr/>
      </p:nvGrpSpPr>
      <p:grpSpPr>
        <a:xfrm>
          <a:off x="0" y="0"/>
          <a:ext cx="0" cy="0"/>
          <a:chOff x="0" y="0"/>
          <a:chExt cx="0" cy="0"/>
        </a:xfrm>
      </p:grpSpPr>
      <p:sp>
        <p:nvSpPr>
          <p:cNvPr id="543" name="Google Shape;543;g2611b39a811_0_13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44" name="Google Shape;544;g2611b39a811_0_13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45" name="Google Shape;545;g2611b39a811_0_13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l">
              <a:spcBef>
                <a:spcPts val="0"/>
              </a:spcBef>
              <a:buNone/>
              <a:defRPr/>
            </a:lvl1pPr>
            <a:lvl2pPr indent="0" lvl="1" marL="0" rtl="0" algn="l">
              <a:spcBef>
                <a:spcPts val="0"/>
              </a:spcBef>
              <a:buNone/>
              <a:defRPr/>
            </a:lvl2pPr>
            <a:lvl3pPr indent="0" lvl="2" marL="0" rtl="0" algn="l">
              <a:spcBef>
                <a:spcPts val="0"/>
              </a:spcBef>
              <a:buNone/>
              <a:defRPr/>
            </a:lvl3pPr>
            <a:lvl4pPr indent="0" lvl="3" marL="0" rtl="0" algn="l">
              <a:spcBef>
                <a:spcPts val="0"/>
              </a:spcBef>
              <a:buNone/>
              <a:defRPr/>
            </a:lvl4pPr>
            <a:lvl5pPr indent="0" lvl="4" marL="0" rtl="0" algn="l">
              <a:spcBef>
                <a:spcPts val="0"/>
              </a:spcBef>
              <a:buNone/>
              <a:defRPr/>
            </a:lvl5pPr>
            <a:lvl6pPr indent="0" lvl="5" marL="0" rtl="0" algn="l">
              <a:spcBef>
                <a:spcPts val="0"/>
              </a:spcBef>
              <a:buNone/>
              <a:defRPr/>
            </a:lvl6pPr>
            <a:lvl7pPr indent="0" lvl="6" marL="0" rtl="0" algn="l">
              <a:spcBef>
                <a:spcPts val="0"/>
              </a:spcBef>
              <a:buNone/>
              <a:defRPr/>
            </a:lvl7pPr>
            <a:lvl8pPr indent="0" lvl="7" marL="0" rtl="0" algn="l">
              <a:spcBef>
                <a:spcPts val="0"/>
              </a:spcBef>
              <a:buNone/>
              <a:defRPr/>
            </a:lvl8pPr>
            <a:lvl9pPr indent="0" lvl="8" marL="0" rt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6" name="Shape 546"/>
        <p:cNvGrpSpPr/>
        <p:nvPr/>
      </p:nvGrpSpPr>
      <p:grpSpPr>
        <a:xfrm>
          <a:off x="0" y="0"/>
          <a:ext cx="0" cy="0"/>
          <a:chOff x="0" y="0"/>
          <a:chExt cx="0" cy="0"/>
        </a:xfrm>
      </p:grpSpPr>
      <p:sp>
        <p:nvSpPr>
          <p:cNvPr id="547" name="Google Shape;547;g2611b39a811_0_142"/>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548" name="Google Shape;548;g2611b39a811_0_142"/>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rtl="0" algn="l">
              <a:lnSpc>
                <a:spcPct val="90000"/>
              </a:lnSpc>
              <a:spcBef>
                <a:spcPts val="800"/>
              </a:spcBef>
              <a:spcAft>
                <a:spcPts val="0"/>
              </a:spcAft>
              <a:buClr>
                <a:schemeClr val="dk1"/>
              </a:buClr>
              <a:buSzPts val="2400"/>
              <a:buChar char="•"/>
              <a:defRPr sz="2400"/>
            </a:lvl1pPr>
            <a:lvl2pPr indent="-361950" lvl="1" marL="914400" rtl="0" algn="l">
              <a:lnSpc>
                <a:spcPct val="90000"/>
              </a:lnSpc>
              <a:spcBef>
                <a:spcPts val="400"/>
              </a:spcBef>
              <a:spcAft>
                <a:spcPts val="0"/>
              </a:spcAft>
              <a:buClr>
                <a:schemeClr val="dk1"/>
              </a:buClr>
              <a:buSzPts val="2100"/>
              <a:buChar char="•"/>
              <a:defRPr sz="2100"/>
            </a:lvl2pPr>
            <a:lvl3pPr indent="-342900" lvl="2" marL="1371600" rtl="0" algn="l">
              <a:lnSpc>
                <a:spcPct val="90000"/>
              </a:lnSpc>
              <a:spcBef>
                <a:spcPts val="400"/>
              </a:spcBef>
              <a:spcAft>
                <a:spcPts val="0"/>
              </a:spcAft>
              <a:buClr>
                <a:schemeClr val="dk1"/>
              </a:buClr>
              <a:buSzPts val="1800"/>
              <a:buChar char="•"/>
              <a:defRPr sz="1800"/>
            </a:lvl3pPr>
            <a:lvl4pPr indent="-323850" lvl="3" marL="1828800" rtl="0" algn="l">
              <a:lnSpc>
                <a:spcPct val="90000"/>
              </a:lnSpc>
              <a:spcBef>
                <a:spcPts val="400"/>
              </a:spcBef>
              <a:spcAft>
                <a:spcPts val="0"/>
              </a:spcAft>
              <a:buClr>
                <a:schemeClr val="dk1"/>
              </a:buClr>
              <a:buSzPts val="1500"/>
              <a:buChar char="•"/>
              <a:defRPr sz="1500"/>
            </a:lvl4pPr>
            <a:lvl5pPr indent="-323850" lvl="4" marL="2286000" rtl="0" algn="l">
              <a:lnSpc>
                <a:spcPct val="90000"/>
              </a:lnSpc>
              <a:spcBef>
                <a:spcPts val="400"/>
              </a:spcBef>
              <a:spcAft>
                <a:spcPts val="0"/>
              </a:spcAft>
              <a:buClr>
                <a:schemeClr val="dk1"/>
              </a:buClr>
              <a:buSzPts val="1500"/>
              <a:buChar char="•"/>
              <a:defRPr sz="1500"/>
            </a:lvl5pPr>
            <a:lvl6pPr indent="-323850" lvl="5" marL="2743200" rtl="0" algn="l">
              <a:lnSpc>
                <a:spcPct val="90000"/>
              </a:lnSpc>
              <a:spcBef>
                <a:spcPts val="400"/>
              </a:spcBef>
              <a:spcAft>
                <a:spcPts val="0"/>
              </a:spcAft>
              <a:buClr>
                <a:schemeClr val="dk1"/>
              </a:buClr>
              <a:buSzPts val="1500"/>
              <a:buChar char="•"/>
              <a:defRPr sz="1500"/>
            </a:lvl6pPr>
            <a:lvl7pPr indent="-323850" lvl="6" marL="3200400" rtl="0" algn="l">
              <a:lnSpc>
                <a:spcPct val="90000"/>
              </a:lnSpc>
              <a:spcBef>
                <a:spcPts val="400"/>
              </a:spcBef>
              <a:spcAft>
                <a:spcPts val="0"/>
              </a:spcAft>
              <a:buClr>
                <a:schemeClr val="dk1"/>
              </a:buClr>
              <a:buSzPts val="1500"/>
              <a:buChar char="•"/>
              <a:defRPr sz="1500"/>
            </a:lvl7pPr>
            <a:lvl8pPr indent="-323850" lvl="7" marL="3657600" rtl="0" algn="l">
              <a:lnSpc>
                <a:spcPct val="90000"/>
              </a:lnSpc>
              <a:spcBef>
                <a:spcPts val="400"/>
              </a:spcBef>
              <a:spcAft>
                <a:spcPts val="0"/>
              </a:spcAft>
              <a:buClr>
                <a:schemeClr val="dk1"/>
              </a:buClr>
              <a:buSzPts val="1500"/>
              <a:buChar char="•"/>
              <a:defRPr sz="1500"/>
            </a:lvl8pPr>
            <a:lvl9pPr indent="-323850" lvl="8" marL="4114800" rtl="0" algn="l">
              <a:lnSpc>
                <a:spcPct val="90000"/>
              </a:lnSpc>
              <a:spcBef>
                <a:spcPts val="400"/>
              </a:spcBef>
              <a:spcAft>
                <a:spcPts val="0"/>
              </a:spcAft>
              <a:buClr>
                <a:schemeClr val="dk1"/>
              </a:buClr>
              <a:buSzPts val="1500"/>
              <a:buChar char="•"/>
              <a:defRPr sz="1500"/>
            </a:lvl9pPr>
          </a:lstStyle>
          <a:p/>
        </p:txBody>
      </p:sp>
      <p:sp>
        <p:nvSpPr>
          <p:cNvPr id="549" name="Google Shape;549;g2611b39a811_0_142"/>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550" name="Google Shape;550;g2611b39a811_0_14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51" name="Google Shape;551;g2611b39a811_0_14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52" name="Google Shape;552;g2611b39a811_0_14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l">
              <a:spcBef>
                <a:spcPts val="0"/>
              </a:spcBef>
              <a:buNone/>
              <a:defRPr/>
            </a:lvl1pPr>
            <a:lvl2pPr indent="0" lvl="1" marL="0" rtl="0" algn="l">
              <a:spcBef>
                <a:spcPts val="0"/>
              </a:spcBef>
              <a:buNone/>
              <a:defRPr/>
            </a:lvl2pPr>
            <a:lvl3pPr indent="0" lvl="2" marL="0" rtl="0" algn="l">
              <a:spcBef>
                <a:spcPts val="0"/>
              </a:spcBef>
              <a:buNone/>
              <a:defRPr/>
            </a:lvl3pPr>
            <a:lvl4pPr indent="0" lvl="3" marL="0" rtl="0" algn="l">
              <a:spcBef>
                <a:spcPts val="0"/>
              </a:spcBef>
              <a:buNone/>
              <a:defRPr/>
            </a:lvl4pPr>
            <a:lvl5pPr indent="0" lvl="4" marL="0" rtl="0" algn="l">
              <a:spcBef>
                <a:spcPts val="0"/>
              </a:spcBef>
              <a:buNone/>
              <a:defRPr/>
            </a:lvl5pPr>
            <a:lvl6pPr indent="0" lvl="5" marL="0" rtl="0" algn="l">
              <a:spcBef>
                <a:spcPts val="0"/>
              </a:spcBef>
              <a:buNone/>
              <a:defRPr/>
            </a:lvl6pPr>
            <a:lvl7pPr indent="0" lvl="6" marL="0" rtl="0" algn="l">
              <a:spcBef>
                <a:spcPts val="0"/>
              </a:spcBef>
              <a:buNone/>
              <a:defRPr/>
            </a:lvl7pPr>
            <a:lvl8pPr indent="0" lvl="7" marL="0" rtl="0" algn="l">
              <a:spcBef>
                <a:spcPts val="0"/>
              </a:spcBef>
              <a:buNone/>
              <a:defRPr/>
            </a:lvl8pPr>
            <a:lvl9pPr indent="0" lvl="8" marL="0" rt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3" name="Shape 553"/>
        <p:cNvGrpSpPr/>
        <p:nvPr/>
      </p:nvGrpSpPr>
      <p:grpSpPr>
        <a:xfrm>
          <a:off x="0" y="0"/>
          <a:ext cx="0" cy="0"/>
          <a:chOff x="0" y="0"/>
          <a:chExt cx="0" cy="0"/>
        </a:xfrm>
      </p:grpSpPr>
      <p:sp>
        <p:nvSpPr>
          <p:cNvPr id="554" name="Google Shape;554;g2611b39a811_0_149"/>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555" name="Google Shape;555;g2611b39a811_0_149"/>
          <p:cNvSpPr/>
          <p:nvPr>
            <p:ph idx="2" type="pic"/>
          </p:nvPr>
        </p:nvSpPr>
        <p:spPr>
          <a:xfrm>
            <a:off x="3887391" y="740569"/>
            <a:ext cx="4629300" cy="3655200"/>
          </a:xfrm>
          <a:prstGeom prst="rect">
            <a:avLst/>
          </a:prstGeom>
          <a:noFill/>
          <a:ln>
            <a:noFill/>
          </a:ln>
        </p:spPr>
      </p:sp>
      <p:sp>
        <p:nvSpPr>
          <p:cNvPr id="556" name="Google Shape;556;g2611b39a811_0_149"/>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557" name="Google Shape;557;g2611b39a811_0_14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58" name="Google Shape;558;g2611b39a811_0_14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59" name="Google Shape;559;g2611b39a811_0_14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l">
              <a:spcBef>
                <a:spcPts val="0"/>
              </a:spcBef>
              <a:buNone/>
              <a:defRPr/>
            </a:lvl1pPr>
            <a:lvl2pPr indent="0" lvl="1" marL="0" rtl="0" algn="l">
              <a:spcBef>
                <a:spcPts val="0"/>
              </a:spcBef>
              <a:buNone/>
              <a:defRPr/>
            </a:lvl2pPr>
            <a:lvl3pPr indent="0" lvl="2" marL="0" rtl="0" algn="l">
              <a:spcBef>
                <a:spcPts val="0"/>
              </a:spcBef>
              <a:buNone/>
              <a:defRPr/>
            </a:lvl3pPr>
            <a:lvl4pPr indent="0" lvl="3" marL="0" rtl="0" algn="l">
              <a:spcBef>
                <a:spcPts val="0"/>
              </a:spcBef>
              <a:buNone/>
              <a:defRPr/>
            </a:lvl4pPr>
            <a:lvl5pPr indent="0" lvl="4" marL="0" rtl="0" algn="l">
              <a:spcBef>
                <a:spcPts val="0"/>
              </a:spcBef>
              <a:buNone/>
              <a:defRPr/>
            </a:lvl5pPr>
            <a:lvl6pPr indent="0" lvl="5" marL="0" rtl="0" algn="l">
              <a:spcBef>
                <a:spcPts val="0"/>
              </a:spcBef>
              <a:buNone/>
              <a:defRPr/>
            </a:lvl6pPr>
            <a:lvl7pPr indent="0" lvl="6" marL="0" rtl="0" algn="l">
              <a:spcBef>
                <a:spcPts val="0"/>
              </a:spcBef>
              <a:buNone/>
              <a:defRPr/>
            </a:lvl7pPr>
            <a:lvl8pPr indent="0" lvl="7" marL="0" rtl="0" algn="l">
              <a:spcBef>
                <a:spcPts val="0"/>
              </a:spcBef>
              <a:buNone/>
              <a:defRPr/>
            </a:lvl8pPr>
            <a:lvl9pPr indent="0" lvl="8" marL="0" rt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60" name="Shape 560"/>
        <p:cNvGrpSpPr/>
        <p:nvPr/>
      </p:nvGrpSpPr>
      <p:grpSpPr>
        <a:xfrm>
          <a:off x="0" y="0"/>
          <a:ext cx="0" cy="0"/>
          <a:chOff x="0" y="0"/>
          <a:chExt cx="0" cy="0"/>
        </a:xfrm>
      </p:grpSpPr>
      <p:sp>
        <p:nvSpPr>
          <p:cNvPr id="561" name="Google Shape;561;g2611b39a811_0_15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562" name="Google Shape;562;g2611b39a811_0_156"/>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563" name="Google Shape;563;g2611b39a811_0_15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64" name="Google Shape;564;g2611b39a811_0_15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65" name="Google Shape;565;g2611b39a811_0_15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l">
              <a:spcBef>
                <a:spcPts val="0"/>
              </a:spcBef>
              <a:buNone/>
              <a:defRPr/>
            </a:lvl1pPr>
            <a:lvl2pPr indent="0" lvl="1" marL="0" rtl="0" algn="l">
              <a:spcBef>
                <a:spcPts val="0"/>
              </a:spcBef>
              <a:buNone/>
              <a:defRPr/>
            </a:lvl2pPr>
            <a:lvl3pPr indent="0" lvl="2" marL="0" rtl="0" algn="l">
              <a:spcBef>
                <a:spcPts val="0"/>
              </a:spcBef>
              <a:buNone/>
              <a:defRPr/>
            </a:lvl3pPr>
            <a:lvl4pPr indent="0" lvl="3" marL="0" rtl="0" algn="l">
              <a:spcBef>
                <a:spcPts val="0"/>
              </a:spcBef>
              <a:buNone/>
              <a:defRPr/>
            </a:lvl4pPr>
            <a:lvl5pPr indent="0" lvl="4" marL="0" rtl="0" algn="l">
              <a:spcBef>
                <a:spcPts val="0"/>
              </a:spcBef>
              <a:buNone/>
              <a:defRPr/>
            </a:lvl5pPr>
            <a:lvl6pPr indent="0" lvl="5" marL="0" rtl="0" algn="l">
              <a:spcBef>
                <a:spcPts val="0"/>
              </a:spcBef>
              <a:buNone/>
              <a:defRPr/>
            </a:lvl6pPr>
            <a:lvl7pPr indent="0" lvl="6" marL="0" rtl="0" algn="l">
              <a:spcBef>
                <a:spcPts val="0"/>
              </a:spcBef>
              <a:buNone/>
              <a:defRPr/>
            </a:lvl7pPr>
            <a:lvl8pPr indent="0" lvl="7" marL="0" rtl="0" algn="l">
              <a:spcBef>
                <a:spcPts val="0"/>
              </a:spcBef>
              <a:buNone/>
              <a:defRPr/>
            </a:lvl8pPr>
            <a:lvl9pPr indent="0" lvl="8" marL="0" rt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66" name="Shape 566"/>
        <p:cNvGrpSpPr/>
        <p:nvPr/>
      </p:nvGrpSpPr>
      <p:grpSpPr>
        <a:xfrm>
          <a:off x="0" y="0"/>
          <a:ext cx="0" cy="0"/>
          <a:chOff x="0" y="0"/>
          <a:chExt cx="0" cy="0"/>
        </a:xfrm>
      </p:grpSpPr>
      <p:sp>
        <p:nvSpPr>
          <p:cNvPr id="567" name="Google Shape;567;g2611b39a811_0_162"/>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568" name="Google Shape;568;g2611b39a811_0_162"/>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569" name="Google Shape;569;g2611b39a811_0_16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70" name="Google Shape;570;g2611b39a811_0_16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71" name="Google Shape;571;g2611b39a811_0_16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l">
              <a:spcBef>
                <a:spcPts val="0"/>
              </a:spcBef>
              <a:buNone/>
              <a:defRPr/>
            </a:lvl1pPr>
            <a:lvl2pPr indent="0" lvl="1" marL="0" rtl="0" algn="l">
              <a:spcBef>
                <a:spcPts val="0"/>
              </a:spcBef>
              <a:buNone/>
              <a:defRPr/>
            </a:lvl2pPr>
            <a:lvl3pPr indent="0" lvl="2" marL="0" rtl="0" algn="l">
              <a:spcBef>
                <a:spcPts val="0"/>
              </a:spcBef>
              <a:buNone/>
              <a:defRPr/>
            </a:lvl3pPr>
            <a:lvl4pPr indent="0" lvl="3" marL="0" rtl="0" algn="l">
              <a:spcBef>
                <a:spcPts val="0"/>
              </a:spcBef>
              <a:buNone/>
              <a:defRPr/>
            </a:lvl4pPr>
            <a:lvl5pPr indent="0" lvl="4" marL="0" rtl="0" algn="l">
              <a:spcBef>
                <a:spcPts val="0"/>
              </a:spcBef>
              <a:buNone/>
              <a:defRPr/>
            </a:lvl5pPr>
            <a:lvl6pPr indent="0" lvl="5" marL="0" rtl="0" algn="l">
              <a:spcBef>
                <a:spcPts val="0"/>
              </a:spcBef>
              <a:buNone/>
              <a:defRPr/>
            </a:lvl6pPr>
            <a:lvl7pPr indent="0" lvl="6" marL="0" rtl="0" algn="l">
              <a:spcBef>
                <a:spcPts val="0"/>
              </a:spcBef>
              <a:buNone/>
              <a:defRPr/>
            </a:lvl7pPr>
            <a:lvl8pPr indent="0" lvl="7" marL="0" rtl="0" algn="l">
              <a:spcBef>
                <a:spcPts val="0"/>
              </a:spcBef>
              <a:buNone/>
              <a:defRPr/>
            </a:lvl8pPr>
            <a:lvl9pPr indent="0" lvl="8" marL="0" rt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0.xml"/><Relationship Id="rId10" Type="http://schemas.openxmlformats.org/officeDocument/2006/relationships/slideLayout" Target="../slideLayouts/slideLayout29.xml"/><Relationship Id="rId13" Type="http://schemas.openxmlformats.org/officeDocument/2006/relationships/slideLayout" Target="../slideLayouts/slideLayout32.xml"/><Relationship Id="rId12" Type="http://schemas.openxmlformats.org/officeDocument/2006/relationships/slideLayout" Target="../slideLayouts/slideLayout31.xml"/><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5" Type="http://schemas.openxmlformats.org/officeDocument/2006/relationships/slideLayout" Target="../slideLayouts/slideLayout34.xml"/><Relationship Id="rId14" Type="http://schemas.openxmlformats.org/officeDocument/2006/relationships/slideLayout" Target="../slideLayouts/slideLayout33.xml"/><Relationship Id="rId16" Type="http://schemas.openxmlformats.org/officeDocument/2006/relationships/theme" Target="../theme/theme5.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4.xml"/><Relationship Id="rId22" Type="http://schemas.openxmlformats.org/officeDocument/2006/relationships/slideLayout" Target="../slideLayouts/slideLayout56.xml"/><Relationship Id="rId21" Type="http://schemas.openxmlformats.org/officeDocument/2006/relationships/slideLayout" Target="../slideLayouts/slideLayout55.xml"/><Relationship Id="rId24" Type="http://schemas.openxmlformats.org/officeDocument/2006/relationships/slideLayout" Target="../slideLayouts/slideLayout58.xml"/><Relationship Id="rId23" Type="http://schemas.openxmlformats.org/officeDocument/2006/relationships/slideLayout" Target="../slideLayouts/slideLayout57.xml"/><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9" Type="http://schemas.openxmlformats.org/officeDocument/2006/relationships/slideLayout" Target="../slideLayouts/slideLayout43.xml"/><Relationship Id="rId26" Type="http://schemas.openxmlformats.org/officeDocument/2006/relationships/slideLayout" Target="../slideLayouts/slideLayout60.xml"/><Relationship Id="rId25" Type="http://schemas.openxmlformats.org/officeDocument/2006/relationships/slideLayout" Target="../slideLayouts/slideLayout59.xml"/><Relationship Id="rId28" Type="http://schemas.openxmlformats.org/officeDocument/2006/relationships/slideLayout" Target="../slideLayouts/slideLayout62.xml"/><Relationship Id="rId27" Type="http://schemas.openxmlformats.org/officeDocument/2006/relationships/slideLayout" Target="../slideLayouts/slideLayout61.xml"/><Relationship Id="rId5" Type="http://schemas.openxmlformats.org/officeDocument/2006/relationships/slideLayout" Target="../slideLayouts/slideLayout39.xml"/><Relationship Id="rId6" Type="http://schemas.openxmlformats.org/officeDocument/2006/relationships/slideLayout" Target="../slideLayouts/slideLayout40.xml"/><Relationship Id="rId29" Type="http://schemas.openxmlformats.org/officeDocument/2006/relationships/slideLayout" Target="../slideLayouts/slideLayout63.xml"/><Relationship Id="rId7" Type="http://schemas.openxmlformats.org/officeDocument/2006/relationships/slideLayout" Target="../slideLayouts/slideLayout41.xml"/><Relationship Id="rId8" Type="http://schemas.openxmlformats.org/officeDocument/2006/relationships/slideLayout" Target="../slideLayouts/slideLayout42.xml"/><Relationship Id="rId30" Type="http://schemas.openxmlformats.org/officeDocument/2006/relationships/theme" Target="../theme/theme1.xml"/><Relationship Id="rId11" Type="http://schemas.openxmlformats.org/officeDocument/2006/relationships/slideLayout" Target="../slideLayouts/slideLayout45.xml"/><Relationship Id="rId10" Type="http://schemas.openxmlformats.org/officeDocument/2006/relationships/slideLayout" Target="../slideLayouts/slideLayout44.xml"/><Relationship Id="rId13" Type="http://schemas.openxmlformats.org/officeDocument/2006/relationships/slideLayout" Target="../slideLayouts/slideLayout47.xml"/><Relationship Id="rId12" Type="http://schemas.openxmlformats.org/officeDocument/2006/relationships/slideLayout" Target="../slideLayouts/slideLayout46.xml"/><Relationship Id="rId15" Type="http://schemas.openxmlformats.org/officeDocument/2006/relationships/slideLayout" Target="../slideLayouts/slideLayout49.xml"/><Relationship Id="rId14" Type="http://schemas.openxmlformats.org/officeDocument/2006/relationships/slideLayout" Target="../slideLayouts/slideLayout48.xml"/><Relationship Id="rId17" Type="http://schemas.openxmlformats.org/officeDocument/2006/relationships/slideLayout" Target="../slideLayouts/slideLayout51.xml"/><Relationship Id="rId16" Type="http://schemas.openxmlformats.org/officeDocument/2006/relationships/slideLayout" Target="../slideLayouts/slideLayout50.xml"/><Relationship Id="rId19" Type="http://schemas.openxmlformats.org/officeDocument/2006/relationships/slideLayout" Target="../slideLayouts/slideLayout53.xml"/><Relationship Id="rId18"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slideLayout" Target="../slideLayouts/slideLayout65.xml"/><Relationship Id="rId3" Type="http://schemas.openxmlformats.org/officeDocument/2006/relationships/slideLayout" Target="../slideLayouts/slideLayout66.xml"/><Relationship Id="rId4" Type="http://schemas.openxmlformats.org/officeDocument/2006/relationships/slideLayout" Target="../slideLayouts/slideLayout67.xml"/><Relationship Id="rId9" Type="http://schemas.openxmlformats.org/officeDocument/2006/relationships/slideLayout" Target="../slideLayouts/slideLayout72.xml"/><Relationship Id="rId5" Type="http://schemas.openxmlformats.org/officeDocument/2006/relationships/slideLayout" Target="../slideLayouts/slideLayout68.xml"/><Relationship Id="rId6" Type="http://schemas.openxmlformats.org/officeDocument/2006/relationships/slideLayout" Target="../slideLayouts/slideLayout69.xml"/><Relationship Id="rId7" Type="http://schemas.openxmlformats.org/officeDocument/2006/relationships/slideLayout" Target="../slideLayouts/slideLayout70.xml"/><Relationship Id="rId8" Type="http://schemas.openxmlformats.org/officeDocument/2006/relationships/slideLayout" Target="../slideLayouts/slideLayout71.xml"/><Relationship Id="rId11" Type="http://schemas.openxmlformats.org/officeDocument/2006/relationships/slideLayout" Target="../slideLayouts/slideLayout74.xml"/><Relationship Id="rId10" Type="http://schemas.openxmlformats.org/officeDocument/2006/relationships/slideLayout" Target="../slideLayouts/slideLayout73.xml"/><Relationship Id="rId1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46A9E7">
            <a:alpha val="5490"/>
          </a:srgbClr>
        </a:solidFill>
      </p:bgPr>
    </p:bg>
    <p:spTree>
      <p:nvGrpSpPr>
        <p:cNvPr id="5" name="Shape 5"/>
        <p:cNvGrpSpPr/>
        <p:nvPr/>
      </p:nvGrpSpPr>
      <p:grpSpPr>
        <a:xfrm>
          <a:off x="0" y="0"/>
          <a:ext cx="0" cy="0"/>
          <a:chOff x="0" y="0"/>
          <a:chExt cx="0" cy="0"/>
        </a:xfrm>
      </p:grpSpPr>
      <p:sp>
        <p:nvSpPr>
          <p:cNvPr id="6" name="Google Shape;6;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1"/>
              </a:buClr>
              <a:buSzPts val="3500"/>
              <a:buFont typeface="Comfortaa"/>
              <a:buNone/>
              <a:defRPr b="0" i="0" sz="3500" u="none" cap="none" strike="noStrike">
                <a:solidFill>
                  <a:schemeClr val="accent1"/>
                </a:solidFill>
                <a:latin typeface="Comfortaa"/>
                <a:ea typeface="Comfortaa"/>
                <a:cs typeface="Comfortaa"/>
                <a:sym typeface="Comfortaa"/>
              </a:defRPr>
            </a:lvl1pPr>
            <a:lvl2pPr lvl="1"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2pPr>
            <a:lvl3pPr lvl="2"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3pPr>
            <a:lvl4pPr lvl="3"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4pPr>
            <a:lvl5pPr lvl="4"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5pPr>
            <a:lvl6pPr lvl="5"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6pPr>
            <a:lvl7pPr lvl="6"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7pPr>
            <a:lvl8pPr lvl="7"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8pPr>
            <a:lvl9pPr lvl="8"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9pPr>
          </a:lstStyle>
          <a:p/>
        </p:txBody>
      </p:sp>
      <p:sp>
        <p:nvSpPr>
          <p:cNvPr id="7" name="Google Shape;7;p5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1pPr>
            <a:lvl2pPr indent="-317500" lvl="1" marL="9144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2pPr>
            <a:lvl3pPr indent="-317500" lvl="2" marL="13716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3pPr>
            <a:lvl4pPr indent="-317500" lvl="3" marL="18288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4pPr>
            <a:lvl5pPr indent="-317500" lvl="4" marL="22860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5pPr>
            <a:lvl6pPr indent="-317500" lvl="5" marL="27432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6pPr>
            <a:lvl7pPr indent="-317500" lvl="6" marL="32004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7pPr>
            <a:lvl8pPr indent="-317500" lvl="7" marL="36576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8pPr>
            <a:lvl9pPr indent="-317500" lvl="8" marL="4114800" marR="0" rtl="0" algn="l">
              <a:lnSpc>
                <a:spcPct val="115000"/>
              </a:lnSpc>
              <a:spcBef>
                <a:spcPts val="1600"/>
              </a:spcBef>
              <a:spcAft>
                <a:spcPts val="160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50">
          <p15:clr>
            <a:srgbClr val="EA4335"/>
          </p15:clr>
        </p15:guide>
        <p15:guide id="2" orient="horz" pos="337">
          <p15:clr>
            <a:srgbClr val="EA4335"/>
          </p15:clr>
        </p15:guide>
        <p15:guide id="3" pos="5310">
          <p15:clr>
            <a:srgbClr val="EA4335"/>
          </p15:clr>
        </p15:guide>
        <p15:guide id="4" orient="horz" pos="2903">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46A9E7">
            <a:alpha val="6274"/>
          </a:srgbClr>
        </a:solidFill>
      </p:bgPr>
    </p:bg>
    <p:spTree>
      <p:nvGrpSpPr>
        <p:cNvPr id="154" name="Shape 154"/>
        <p:cNvGrpSpPr/>
        <p:nvPr/>
      </p:nvGrpSpPr>
      <p:grpSpPr>
        <a:xfrm>
          <a:off x="0" y="0"/>
          <a:ext cx="0" cy="0"/>
          <a:chOff x="0" y="0"/>
          <a:chExt cx="0" cy="0"/>
        </a:xfrm>
      </p:grpSpPr>
      <p:sp>
        <p:nvSpPr>
          <p:cNvPr id="155" name="Google Shape;155;g1bbaa8f0957_2_48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1"/>
              </a:buClr>
              <a:buSzPts val="3500"/>
              <a:buFont typeface="Comfortaa"/>
              <a:buNone/>
              <a:defRPr b="0" i="0" sz="3500" u="none" cap="none" strike="noStrike">
                <a:solidFill>
                  <a:schemeClr val="accent1"/>
                </a:solidFill>
                <a:latin typeface="Comfortaa"/>
                <a:ea typeface="Comfortaa"/>
                <a:cs typeface="Comfortaa"/>
                <a:sym typeface="Comfortaa"/>
              </a:defRPr>
            </a:lvl1pPr>
            <a:lvl2pPr lvl="1"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2pPr>
            <a:lvl3pPr lvl="2"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3pPr>
            <a:lvl4pPr lvl="3"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4pPr>
            <a:lvl5pPr lvl="4"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5pPr>
            <a:lvl6pPr lvl="5"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6pPr>
            <a:lvl7pPr lvl="6"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7pPr>
            <a:lvl8pPr lvl="7"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8pPr>
            <a:lvl9pPr lvl="8"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9pPr>
          </a:lstStyle>
          <a:p/>
        </p:txBody>
      </p:sp>
      <p:sp>
        <p:nvSpPr>
          <p:cNvPr id="156" name="Google Shape;156;g1bbaa8f0957_2_48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1pPr>
            <a:lvl2pPr indent="-317500" lvl="1" marL="9144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2pPr>
            <a:lvl3pPr indent="-317500" lvl="2" marL="13716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3pPr>
            <a:lvl4pPr indent="-317500" lvl="3" marL="18288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4pPr>
            <a:lvl5pPr indent="-317500" lvl="4" marL="22860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5pPr>
            <a:lvl6pPr indent="-317500" lvl="5" marL="27432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6pPr>
            <a:lvl7pPr indent="-317500" lvl="6" marL="32004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7pPr>
            <a:lvl8pPr indent="-317500" lvl="7" marL="36576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8pPr>
            <a:lvl9pPr indent="-317500" lvl="8" marL="4114800" marR="0" rtl="0" algn="l">
              <a:lnSpc>
                <a:spcPct val="115000"/>
              </a:lnSpc>
              <a:spcBef>
                <a:spcPts val="1600"/>
              </a:spcBef>
              <a:spcAft>
                <a:spcPts val="160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9pPr>
          </a:lstStyle>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50">
          <p15:clr>
            <a:srgbClr val="EA4335"/>
          </p15:clr>
        </p15:guide>
        <p15:guide id="2" orient="horz" pos="337">
          <p15:clr>
            <a:srgbClr val="EA4335"/>
          </p15:clr>
        </p15:guide>
        <p15:guide id="3" pos="5310">
          <p15:clr>
            <a:srgbClr val="EA4335"/>
          </p15:clr>
        </p15:guide>
        <p15:guide id="4" orient="horz" pos="2903">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46A9E7">
            <a:alpha val="6666"/>
          </a:srgbClr>
        </a:solidFill>
      </p:bgPr>
    </p:bg>
    <p:spTree>
      <p:nvGrpSpPr>
        <p:cNvPr id="253" name="Shape 253"/>
        <p:cNvGrpSpPr/>
        <p:nvPr/>
      </p:nvGrpSpPr>
      <p:grpSpPr>
        <a:xfrm>
          <a:off x="0" y="0"/>
          <a:ext cx="0" cy="0"/>
          <a:chOff x="0" y="0"/>
          <a:chExt cx="0" cy="0"/>
        </a:xfrm>
      </p:grpSpPr>
      <p:sp>
        <p:nvSpPr>
          <p:cNvPr id="254" name="Google Shape;254;g2198db1af2c_1_29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1"/>
              </a:buClr>
              <a:buSzPts val="3500"/>
              <a:buFont typeface="Comfortaa"/>
              <a:buNone/>
              <a:defRPr b="0" i="0" sz="3500" u="none" cap="none" strike="noStrike">
                <a:solidFill>
                  <a:schemeClr val="accent1"/>
                </a:solidFill>
                <a:latin typeface="Comfortaa"/>
                <a:ea typeface="Comfortaa"/>
                <a:cs typeface="Comfortaa"/>
                <a:sym typeface="Comfortaa"/>
              </a:defRPr>
            </a:lvl1pPr>
            <a:lvl2pPr lvl="1"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2pPr>
            <a:lvl3pPr lvl="2"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3pPr>
            <a:lvl4pPr lvl="3"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4pPr>
            <a:lvl5pPr lvl="4"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5pPr>
            <a:lvl6pPr lvl="5"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6pPr>
            <a:lvl7pPr lvl="6"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7pPr>
            <a:lvl8pPr lvl="7"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8pPr>
            <a:lvl9pPr lvl="8"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9pPr>
          </a:lstStyle>
          <a:p/>
        </p:txBody>
      </p:sp>
      <p:sp>
        <p:nvSpPr>
          <p:cNvPr id="255" name="Google Shape;255;g2198db1af2c_1_29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1pPr>
            <a:lvl2pPr indent="-317500" lvl="1" marL="9144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2pPr>
            <a:lvl3pPr indent="-317500" lvl="2" marL="13716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3pPr>
            <a:lvl4pPr indent="-317500" lvl="3" marL="18288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4pPr>
            <a:lvl5pPr indent="-317500" lvl="4" marL="22860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5pPr>
            <a:lvl6pPr indent="-317500" lvl="5" marL="27432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6pPr>
            <a:lvl7pPr indent="-317500" lvl="6" marL="32004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7pPr>
            <a:lvl8pPr indent="-317500" lvl="7" marL="36576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8pPr>
            <a:lvl9pPr indent="-317500" lvl="8" marL="4114800" marR="0" rtl="0" algn="l">
              <a:lnSpc>
                <a:spcPct val="115000"/>
              </a:lnSpc>
              <a:spcBef>
                <a:spcPts val="1600"/>
              </a:spcBef>
              <a:spcAft>
                <a:spcPts val="160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9pPr>
          </a:lstStyle>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50">
          <p15:clr>
            <a:srgbClr val="EA4335"/>
          </p15:clr>
        </p15:guide>
        <p15:guide id="2" orient="horz" pos="337">
          <p15:clr>
            <a:srgbClr val="EA4335"/>
          </p15:clr>
        </p15:guide>
        <p15:guide id="3" pos="5310">
          <p15:clr>
            <a:srgbClr val="EA4335"/>
          </p15:clr>
        </p15:guide>
        <p15:guide id="4" orient="horz" pos="2903">
          <p15:clr>
            <a:srgbClr val="EA4335"/>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7" name="Shape 497"/>
        <p:cNvGrpSpPr/>
        <p:nvPr/>
      </p:nvGrpSpPr>
      <p:grpSpPr>
        <a:xfrm>
          <a:off x="0" y="0"/>
          <a:ext cx="0" cy="0"/>
          <a:chOff x="0" y="0"/>
          <a:chExt cx="0" cy="0"/>
        </a:xfrm>
      </p:grpSpPr>
      <p:sp>
        <p:nvSpPr>
          <p:cNvPr id="498" name="Google Shape;498;g2611b39a811_0_9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p:txBody>
      </p:sp>
      <p:sp>
        <p:nvSpPr>
          <p:cNvPr id="499" name="Google Shape;499;g2611b39a811_0_9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00" name="Google Shape;500;g2611b39a811_0_9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01" name="Google Shape;501;g2611b39a811_0_9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02" name="Google Shape;502;g2611b39a811_0_9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l">
              <a:spcBef>
                <a:spcPts val="0"/>
              </a:spcBef>
              <a:buNone/>
              <a:defRPr b="0" i="0" sz="900" u="none" cap="none" strike="noStrike">
                <a:solidFill>
                  <a:srgbClr val="888888"/>
                </a:solidFill>
                <a:latin typeface="Calibri"/>
                <a:ea typeface="Calibri"/>
                <a:cs typeface="Calibri"/>
                <a:sym typeface="Calibri"/>
              </a:defRPr>
            </a:lvl1pPr>
            <a:lvl2pPr indent="0" lvl="1" marL="0" marR="0" rtl="0" algn="l">
              <a:spcBef>
                <a:spcPts val="0"/>
              </a:spcBef>
              <a:buNone/>
              <a:defRPr b="0" i="0" sz="900" u="none" cap="none" strike="noStrike">
                <a:solidFill>
                  <a:srgbClr val="888888"/>
                </a:solidFill>
                <a:latin typeface="Calibri"/>
                <a:ea typeface="Calibri"/>
                <a:cs typeface="Calibri"/>
                <a:sym typeface="Calibri"/>
              </a:defRPr>
            </a:lvl2pPr>
            <a:lvl3pPr indent="0" lvl="2" marL="0" marR="0" rtl="0" algn="l">
              <a:spcBef>
                <a:spcPts val="0"/>
              </a:spcBef>
              <a:buNone/>
              <a:defRPr b="0" i="0" sz="900" u="none" cap="none" strike="noStrike">
                <a:solidFill>
                  <a:srgbClr val="888888"/>
                </a:solidFill>
                <a:latin typeface="Calibri"/>
                <a:ea typeface="Calibri"/>
                <a:cs typeface="Calibri"/>
                <a:sym typeface="Calibri"/>
              </a:defRPr>
            </a:lvl3pPr>
            <a:lvl4pPr indent="0" lvl="3" marL="0" marR="0" rtl="0" algn="l">
              <a:spcBef>
                <a:spcPts val="0"/>
              </a:spcBef>
              <a:buNone/>
              <a:defRPr b="0" i="0" sz="900" u="none" cap="none" strike="noStrike">
                <a:solidFill>
                  <a:srgbClr val="888888"/>
                </a:solidFill>
                <a:latin typeface="Calibri"/>
                <a:ea typeface="Calibri"/>
                <a:cs typeface="Calibri"/>
                <a:sym typeface="Calibri"/>
              </a:defRPr>
            </a:lvl4pPr>
            <a:lvl5pPr indent="0" lvl="4" marL="0" marR="0" rtl="0" algn="l">
              <a:spcBef>
                <a:spcPts val="0"/>
              </a:spcBef>
              <a:buNone/>
              <a:defRPr b="0" i="0" sz="900" u="none" cap="none" strike="noStrike">
                <a:solidFill>
                  <a:srgbClr val="888888"/>
                </a:solidFill>
                <a:latin typeface="Calibri"/>
                <a:ea typeface="Calibri"/>
                <a:cs typeface="Calibri"/>
                <a:sym typeface="Calibri"/>
              </a:defRPr>
            </a:lvl5pPr>
            <a:lvl6pPr indent="0" lvl="5" marL="0" marR="0" rtl="0" algn="l">
              <a:spcBef>
                <a:spcPts val="0"/>
              </a:spcBef>
              <a:buNone/>
              <a:defRPr b="0" i="0" sz="900" u="none" cap="none" strike="noStrike">
                <a:solidFill>
                  <a:srgbClr val="888888"/>
                </a:solidFill>
                <a:latin typeface="Calibri"/>
                <a:ea typeface="Calibri"/>
                <a:cs typeface="Calibri"/>
                <a:sym typeface="Calibri"/>
              </a:defRPr>
            </a:lvl6pPr>
            <a:lvl7pPr indent="0" lvl="6" marL="0" marR="0" rtl="0" algn="l">
              <a:spcBef>
                <a:spcPts val="0"/>
              </a:spcBef>
              <a:buNone/>
              <a:defRPr b="0" i="0" sz="900" u="none" cap="none" strike="noStrike">
                <a:solidFill>
                  <a:srgbClr val="888888"/>
                </a:solidFill>
                <a:latin typeface="Calibri"/>
                <a:ea typeface="Calibri"/>
                <a:cs typeface="Calibri"/>
                <a:sym typeface="Calibri"/>
              </a:defRPr>
            </a:lvl7pPr>
            <a:lvl8pPr indent="0" lvl="7" marL="0" marR="0" rtl="0" algn="l">
              <a:spcBef>
                <a:spcPts val="0"/>
              </a:spcBef>
              <a:buNone/>
              <a:defRPr b="0" i="0" sz="900" u="none" cap="none" strike="noStrike">
                <a:solidFill>
                  <a:srgbClr val="888888"/>
                </a:solidFill>
                <a:latin typeface="Calibri"/>
                <a:ea typeface="Calibri"/>
                <a:cs typeface="Calibri"/>
                <a:sym typeface="Calibri"/>
              </a:defRPr>
            </a:lvl8pPr>
            <a:lvl9pPr indent="0" lvl="8" marL="0" marR="0" rtl="0" algn="l">
              <a:spcBef>
                <a:spcPts val="0"/>
              </a:spcBef>
              <a:buNone/>
              <a:defRPr b="0" i="0" sz="900" u="none" cap="none" strike="noStrike">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 Id="rId3" Type="http://schemas.openxmlformats.org/officeDocument/2006/relationships/image" Target="../media/image29.gif"/><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3.xml"/><Relationship Id="rId3"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 Id="rId3" Type="http://schemas.openxmlformats.org/officeDocument/2006/relationships/image" Target="../media/image20.jpg"/><Relationship Id="rId4" Type="http://schemas.openxmlformats.org/officeDocument/2006/relationships/image" Target="../media/image3.png"/><Relationship Id="rId5"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 Id="rId3" Type="http://schemas.openxmlformats.org/officeDocument/2006/relationships/image" Target="../media/image4.jpg"/><Relationship Id="rId4" Type="http://schemas.openxmlformats.org/officeDocument/2006/relationships/image" Target="../media/image12.jpg"/><Relationship Id="rId5"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18.jpg"/><Relationship Id="rId4" Type="http://schemas.openxmlformats.org/officeDocument/2006/relationships/image" Target="../media/image2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5.xml"/><Relationship Id="rId3"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 Id="rId3" Type="http://schemas.openxmlformats.org/officeDocument/2006/relationships/image" Target="../media/image21.jp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31.xml"/><Relationship Id="rId3" Type="http://schemas.openxmlformats.org/officeDocument/2006/relationships/image" Target="../media/image24.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1"/>
          <p:cNvSpPr txBox="1"/>
          <p:nvPr>
            <p:ph type="ctrTitle"/>
          </p:nvPr>
        </p:nvSpPr>
        <p:spPr>
          <a:xfrm>
            <a:off x="1503000" y="969500"/>
            <a:ext cx="6229200" cy="2919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b="1" lang="en" sz="3000">
                <a:solidFill>
                  <a:schemeClr val="accent1"/>
                </a:solidFill>
                <a:latin typeface="Times New Roman"/>
                <a:ea typeface="Times New Roman"/>
                <a:cs typeface="Times New Roman"/>
                <a:sym typeface="Times New Roman"/>
              </a:rPr>
              <a:t>AUTONOMOUS SAILBOAT FOR WATER QUALITY MONITORING</a:t>
            </a:r>
            <a:endParaRPr b="1" sz="3000">
              <a:solidFill>
                <a:schemeClr val="accent1"/>
              </a:solidFill>
              <a:latin typeface="Times New Roman"/>
              <a:ea typeface="Times New Roman"/>
              <a:cs typeface="Times New Roman"/>
              <a:sym typeface="Times New Roman"/>
            </a:endParaRPr>
          </a:p>
          <a:p>
            <a:pPr indent="0" lvl="0" marL="0" rtl="0" algn="ctr">
              <a:lnSpc>
                <a:spcPct val="100000"/>
              </a:lnSpc>
              <a:spcBef>
                <a:spcPts val="0"/>
              </a:spcBef>
              <a:spcAft>
                <a:spcPts val="0"/>
              </a:spcAft>
              <a:buSzPts val="5200"/>
              <a:buNone/>
            </a:pPr>
            <a:r>
              <a:t/>
            </a:r>
            <a:endParaRPr b="1" sz="2200">
              <a:solidFill>
                <a:srgbClr val="1F497D"/>
              </a:solidFill>
              <a:latin typeface="Times New Roman"/>
              <a:ea typeface="Times New Roman"/>
              <a:cs typeface="Times New Roman"/>
              <a:sym typeface="Times New Roman"/>
            </a:endParaRPr>
          </a:p>
          <a:p>
            <a:pPr indent="0" lvl="0" marL="0" rtl="0" algn="ctr">
              <a:lnSpc>
                <a:spcPct val="100000"/>
              </a:lnSpc>
              <a:spcBef>
                <a:spcPts val="0"/>
              </a:spcBef>
              <a:spcAft>
                <a:spcPts val="0"/>
              </a:spcAft>
              <a:buSzPts val="5200"/>
              <a:buNone/>
            </a:pPr>
            <a:r>
              <a:rPr b="1" lang="en" sz="2200">
                <a:solidFill>
                  <a:srgbClr val="197DBF"/>
                </a:solidFill>
                <a:latin typeface="Times New Roman"/>
                <a:ea typeface="Times New Roman"/>
                <a:cs typeface="Times New Roman"/>
                <a:sym typeface="Times New Roman"/>
              </a:rPr>
              <a:t> </a:t>
            </a:r>
            <a:r>
              <a:rPr lang="en">
                <a:solidFill>
                  <a:srgbClr val="197DBF"/>
                </a:solidFill>
              </a:rPr>
              <a:t>ASWQM</a:t>
            </a:r>
            <a:endParaRPr>
              <a:solidFill>
                <a:srgbClr val="197DBF"/>
              </a:solidFill>
            </a:endParaRPr>
          </a:p>
          <a:p>
            <a:pPr indent="0" lvl="0" marL="0" rtl="0" algn="ctr">
              <a:lnSpc>
                <a:spcPct val="100000"/>
              </a:lnSpc>
              <a:spcBef>
                <a:spcPts val="0"/>
              </a:spcBef>
              <a:spcAft>
                <a:spcPts val="0"/>
              </a:spcAft>
              <a:buSzPts val="5200"/>
              <a:buNone/>
            </a:pPr>
            <a:r>
              <a:rPr lang="en" sz="2000">
                <a:solidFill>
                  <a:srgbClr val="6CC4FF"/>
                </a:solidFill>
              </a:rPr>
              <a:t>DR/ </a:t>
            </a:r>
            <a:r>
              <a:rPr lang="en" sz="2000">
                <a:solidFill>
                  <a:srgbClr val="6CC4FF"/>
                </a:solidFill>
                <a:latin typeface="Times New Roman"/>
                <a:ea typeface="Times New Roman"/>
                <a:cs typeface="Times New Roman"/>
                <a:sym typeface="Times New Roman"/>
              </a:rPr>
              <a:t>Rasha Fathi</a:t>
            </a:r>
            <a:endParaRPr sz="2000">
              <a:solidFill>
                <a:srgbClr val="6CC4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4"/>
          <p:cNvSpPr txBox="1"/>
          <p:nvPr>
            <p:ph type="title"/>
          </p:nvPr>
        </p:nvSpPr>
        <p:spPr>
          <a:xfrm>
            <a:off x="1334800" y="2889175"/>
            <a:ext cx="4310400" cy="757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000"/>
              </a:spcBef>
              <a:spcAft>
                <a:spcPts val="0"/>
              </a:spcAft>
              <a:buSzPts val="3500"/>
              <a:buNone/>
            </a:pPr>
            <a:r>
              <a:rPr b="1" lang="en" sz="2300">
                <a:latin typeface="Times New Roman"/>
                <a:ea typeface="Times New Roman"/>
                <a:cs typeface="Times New Roman"/>
                <a:sym typeface="Times New Roman"/>
              </a:rPr>
              <a:t>Omnia Mahmoud Ismail</a:t>
            </a:r>
            <a:endParaRPr b="1" sz="2300">
              <a:latin typeface="Times New Roman"/>
              <a:ea typeface="Times New Roman"/>
              <a:cs typeface="Times New Roman"/>
              <a:sym typeface="Times New Roman"/>
            </a:endParaRPr>
          </a:p>
          <a:p>
            <a:pPr indent="0" lvl="0" marL="0" rtl="0" algn="l">
              <a:lnSpc>
                <a:spcPct val="115000"/>
              </a:lnSpc>
              <a:spcBef>
                <a:spcPts val="1000"/>
              </a:spcBef>
              <a:spcAft>
                <a:spcPts val="0"/>
              </a:spcAft>
              <a:buSzPts val="3500"/>
              <a:buNone/>
            </a:pPr>
            <a:r>
              <a:rPr b="1" lang="en" sz="2300">
                <a:latin typeface="Times New Roman"/>
                <a:ea typeface="Times New Roman"/>
                <a:cs typeface="Times New Roman"/>
                <a:sym typeface="Times New Roman"/>
              </a:rPr>
              <a:t>Youssef Ahmed Hosny</a:t>
            </a:r>
            <a:endParaRPr b="1" sz="2300">
              <a:latin typeface="Times New Roman"/>
              <a:ea typeface="Times New Roman"/>
              <a:cs typeface="Times New Roman"/>
              <a:sym typeface="Times New Roman"/>
            </a:endParaRPr>
          </a:p>
          <a:p>
            <a:pPr indent="0" lvl="0" marL="0" rtl="0" algn="l">
              <a:lnSpc>
                <a:spcPct val="115000"/>
              </a:lnSpc>
              <a:spcBef>
                <a:spcPts val="1000"/>
              </a:spcBef>
              <a:spcAft>
                <a:spcPts val="0"/>
              </a:spcAft>
              <a:buSzPts val="3500"/>
              <a:buNone/>
            </a:pPr>
            <a:r>
              <a:rPr b="1" lang="en" sz="2300">
                <a:latin typeface="Times New Roman"/>
                <a:ea typeface="Times New Roman"/>
                <a:cs typeface="Times New Roman"/>
                <a:sym typeface="Times New Roman"/>
              </a:rPr>
              <a:t>Mohamed Mohsen Mansour</a:t>
            </a:r>
            <a:endParaRPr b="1" sz="2300">
              <a:latin typeface="Times New Roman"/>
              <a:ea typeface="Times New Roman"/>
              <a:cs typeface="Times New Roman"/>
              <a:sym typeface="Times New Roman"/>
            </a:endParaRPr>
          </a:p>
          <a:p>
            <a:pPr indent="0" lvl="0" marL="0" rtl="0" algn="l">
              <a:lnSpc>
                <a:spcPct val="115000"/>
              </a:lnSpc>
              <a:spcBef>
                <a:spcPts val="1000"/>
              </a:spcBef>
              <a:spcAft>
                <a:spcPts val="0"/>
              </a:spcAft>
              <a:buSzPts val="3500"/>
              <a:buNone/>
            </a:pPr>
            <a:r>
              <a:rPr b="1" lang="en" sz="2300">
                <a:latin typeface="Times New Roman"/>
                <a:ea typeface="Times New Roman"/>
                <a:cs typeface="Times New Roman"/>
                <a:sym typeface="Times New Roman"/>
              </a:rPr>
              <a:t>Waleed Ebrahim Mohamed</a:t>
            </a:r>
            <a:endParaRPr b="1" sz="2300">
              <a:latin typeface="Times New Roman"/>
              <a:ea typeface="Times New Roman"/>
              <a:cs typeface="Times New Roman"/>
              <a:sym typeface="Times New Roman"/>
            </a:endParaRPr>
          </a:p>
          <a:p>
            <a:pPr indent="0" lvl="0" marL="0" rtl="0" algn="l">
              <a:lnSpc>
                <a:spcPct val="115000"/>
              </a:lnSpc>
              <a:spcBef>
                <a:spcPts val="0"/>
              </a:spcBef>
              <a:spcAft>
                <a:spcPts val="0"/>
              </a:spcAft>
              <a:buSzPts val="3500"/>
              <a:buNone/>
            </a:pPr>
            <a:r>
              <a:rPr b="1" lang="en" sz="2300">
                <a:latin typeface="Times New Roman"/>
                <a:ea typeface="Times New Roman"/>
                <a:cs typeface="Times New Roman"/>
                <a:sym typeface="Times New Roman"/>
              </a:rPr>
              <a:t>Hala Mohamed Hemaida</a:t>
            </a:r>
            <a:endParaRPr b="1" sz="2300">
              <a:latin typeface="Times New Roman"/>
              <a:ea typeface="Times New Roman"/>
              <a:cs typeface="Times New Roman"/>
              <a:sym typeface="Times New Roman"/>
            </a:endParaRPr>
          </a:p>
          <a:p>
            <a:pPr indent="0" lvl="0" marL="0" rtl="0" algn="ctr">
              <a:lnSpc>
                <a:spcPct val="115000"/>
              </a:lnSpc>
              <a:spcBef>
                <a:spcPts val="1000"/>
              </a:spcBef>
              <a:spcAft>
                <a:spcPts val="0"/>
              </a:spcAft>
              <a:buSzPts val="3500"/>
              <a:buNone/>
            </a:pPr>
            <a:r>
              <a:t/>
            </a:r>
            <a:endParaRPr b="1" sz="3900"/>
          </a:p>
        </p:txBody>
      </p:sp>
      <p:sp>
        <p:nvSpPr>
          <p:cNvPr id="582" name="Google Shape;582;p4"/>
          <p:cNvSpPr/>
          <p:nvPr/>
        </p:nvSpPr>
        <p:spPr>
          <a:xfrm>
            <a:off x="6061575" y="2188950"/>
            <a:ext cx="1870800" cy="18480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15000"/>
              </a:lnSpc>
              <a:spcBef>
                <a:spcPts val="2400"/>
              </a:spcBef>
              <a:spcAft>
                <a:spcPts val="1000"/>
              </a:spcAft>
              <a:buClr>
                <a:srgbClr val="000000"/>
              </a:buClr>
              <a:buSzPts val="2000"/>
              <a:buFont typeface="Arial"/>
              <a:buNone/>
            </a:pPr>
            <a:r>
              <a:rPr b="1" i="0" lang="en" sz="2000" u="none" cap="none" strike="noStrike">
                <a:solidFill>
                  <a:schemeClr val="lt1"/>
                </a:solidFill>
                <a:latin typeface="Times New Roman"/>
                <a:ea typeface="Times New Roman"/>
                <a:cs typeface="Times New Roman"/>
                <a:sym typeface="Times New Roman"/>
              </a:rPr>
              <a:t>Group Members</a:t>
            </a:r>
            <a:endParaRPr b="1" i="0" sz="2600" u="none" cap="none" strike="noStrike">
              <a:solidFill>
                <a:schemeClr val="lt1"/>
              </a:solidFill>
              <a:latin typeface="Comfortaa"/>
              <a:ea typeface="Comfortaa"/>
              <a:cs typeface="Comfortaa"/>
              <a:sym typeface="Comfortaa"/>
            </a:endParaRPr>
          </a:p>
        </p:txBody>
      </p:sp>
      <p:grpSp>
        <p:nvGrpSpPr>
          <p:cNvPr id="583" name="Google Shape;583;p4"/>
          <p:cNvGrpSpPr/>
          <p:nvPr/>
        </p:nvGrpSpPr>
        <p:grpSpPr>
          <a:xfrm>
            <a:off x="6821935" y="2464009"/>
            <a:ext cx="350079" cy="350079"/>
            <a:chOff x="3497300" y="3227275"/>
            <a:chExt cx="296175" cy="296175"/>
          </a:xfrm>
        </p:grpSpPr>
        <p:sp>
          <p:nvSpPr>
            <p:cNvPr id="584" name="Google Shape;584;p4"/>
            <p:cNvSpPr/>
            <p:nvPr/>
          </p:nvSpPr>
          <p:spPr>
            <a:xfrm>
              <a:off x="3609925" y="3339900"/>
              <a:ext cx="69350" cy="68550"/>
            </a:xfrm>
            <a:custGeom>
              <a:rect b="b" l="l" r="r" t="t"/>
              <a:pathLst>
                <a:path extrusionOk="0" h="2742" w="2774">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rgbClr val="D8EDFA"/>
            </a:solidFill>
            <a:ln cap="flat" cmpd="sng" w="9525">
              <a:solidFill>
                <a:srgbClr val="D8ED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4"/>
            <p:cNvSpPr/>
            <p:nvPr/>
          </p:nvSpPr>
          <p:spPr>
            <a:xfrm>
              <a:off x="3531175" y="3227275"/>
              <a:ext cx="86650" cy="86675"/>
            </a:xfrm>
            <a:custGeom>
              <a:rect b="b" l="l" r="r" t="t"/>
              <a:pathLst>
                <a:path extrusionOk="0" h="3467" w="3466">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rgbClr val="D8EDFA"/>
            </a:solidFill>
            <a:ln cap="flat" cmpd="sng" w="9525">
              <a:solidFill>
                <a:srgbClr val="D8ED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4"/>
            <p:cNvSpPr/>
            <p:nvPr/>
          </p:nvSpPr>
          <p:spPr>
            <a:xfrm>
              <a:off x="3670575" y="3227275"/>
              <a:ext cx="86675" cy="86675"/>
            </a:xfrm>
            <a:custGeom>
              <a:rect b="b" l="l" r="r" t="t"/>
              <a:pathLst>
                <a:path extrusionOk="0" h="3467" w="3467">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rgbClr val="D8EDFA"/>
            </a:solidFill>
            <a:ln cap="flat" cmpd="sng" w="9525">
              <a:solidFill>
                <a:srgbClr val="D8ED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4"/>
            <p:cNvSpPr/>
            <p:nvPr/>
          </p:nvSpPr>
          <p:spPr>
            <a:xfrm>
              <a:off x="3622525" y="3421825"/>
              <a:ext cx="41775" cy="25225"/>
            </a:xfrm>
            <a:custGeom>
              <a:rect b="b" l="l" r="r" t="t"/>
              <a:pathLst>
                <a:path extrusionOk="0" h="1009" w="1671">
                  <a:moveTo>
                    <a:pt x="1" y="0"/>
                  </a:moveTo>
                  <a:lnTo>
                    <a:pt x="851" y="1008"/>
                  </a:lnTo>
                  <a:lnTo>
                    <a:pt x="1671" y="0"/>
                  </a:lnTo>
                  <a:lnTo>
                    <a:pt x="1671" y="0"/>
                  </a:lnTo>
                  <a:cubicBezTo>
                    <a:pt x="1450" y="126"/>
                    <a:pt x="1167" y="158"/>
                    <a:pt x="851" y="158"/>
                  </a:cubicBezTo>
                  <a:cubicBezTo>
                    <a:pt x="568" y="158"/>
                    <a:pt x="284" y="95"/>
                    <a:pt x="1" y="0"/>
                  </a:cubicBezTo>
                  <a:close/>
                </a:path>
              </a:pathLst>
            </a:custGeom>
            <a:solidFill>
              <a:srgbClr val="D8EDFA"/>
            </a:solidFill>
            <a:ln cap="flat" cmpd="sng" w="9525">
              <a:solidFill>
                <a:srgbClr val="D8ED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4"/>
            <p:cNvSpPr/>
            <p:nvPr/>
          </p:nvSpPr>
          <p:spPr>
            <a:xfrm>
              <a:off x="3566600" y="3416300"/>
              <a:ext cx="70125" cy="106350"/>
            </a:xfrm>
            <a:custGeom>
              <a:rect b="b" l="l" r="r" t="t"/>
              <a:pathLst>
                <a:path extrusionOk="0" h="4254" w="2805">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rgbClr val="D8EDFA"/>
            </a:solidFill>
            <a:ln cap="flat" cmpd="sng" w="9525">
              <a:solidFill>
                <a:srgbClr val="D8ED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4"/>
            <p:cNvSpPr/>
            <p:nvPr/>
          </p:nvSpPr>
          <p:spPr>
            <a:xfrm>
              <a:off x="3653250" y="3417100"/>
              <a:ext cx="70125" cy="106350"/>
            </a:xfrm>
            <a:custGeom>
              <a:rect b="b" l="l" r="r" t="t"/>
              <a:pathLst>
                <a:path extrusionOk="0" h="4254" w="2805">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rgbClr val="D8EDFA"/>
            </a:solidFill>
            <a:ln cap="flat" cmpd="sng" w="9525">
              <a:solidFill>
                <a:srgbClr val="D8ED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4"/>
            <p:cNvSpPr/>
            <p:nvPr/>
          </p:nvSpPr>
          <p:spPr>
            <a:xfrm>
              <a:off x="3655625" y="3310775"/>
              <a:ext cx="137850" cy="108700"/>
            </a:xfrm>
            <a:custGeom>
              <a:rect b="b" l="l" r="r" t="t"/>
              <a:pathLst>
                <a:path extrusionOk="0" h="4348" w="5514">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rgbClr val="D8EDFA"/>
            </a:solidFill>
            <a:ln cap="flat" cmpd="sng" w="9525">
              <a:solidFill>
                <a:srgbClr val="D8ED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4"/>
            <p:cNvSpPr/>
            <p:nvPr/>
          </p:nvSpPr>
          <p:spPr>
            <a:xfrm>
              <a:off x="3497300" y="3309975"/>
              <a:ext cx="136275" cy="108725"/>
            </a:xfrm>
            <a:custGeom>
              <a:rect b="b" l="l" r="r" t="t"/>
              <a:pathLst>
                <a:path extrusionOk="0" h="4349" w="5451">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rgbClr val="D8EDFA"/>
            </a:solidFill>
            <a:ln cap="flat" cmpd="sng" w="9525">
              <a:solidFill>
                <a:srgbClr val="D8ED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g1bbddf71bfd_0_0"/>
          <p:cNvSpPr txBox="1"/>
          <p:nvPr>
            <p:ph type="title"/>
          </p:nvPr>
        </p:nvSpPr>
        <p:spPr>
          <a:xfrm>
            <a:off x="227000" y="1988950"/>
            <a:ext cx="2979300" cy="527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lang="en"/>
              <a:t>Problem Statement &amp;</a:t>
            </a:r>
            <a:br>
              <a:rPr lang="en"/>
            </a:br>
            <a:r>
              <a:rPr lang="en"/>
              <a:t>Project Idea</a:t>
            </a:r>
            <a:endParaRPr/>
          </a:p>
        </p:txBody>
      </p:sp>
      <p:sp>
        <p:nvSpPr>
          <p:cNvPr id="597" name="Google Shape;597;g1bbddf71bfd_0_0"/>
          <p:cNvSpPr txBox="1"/>
          <p:nvPr>
            <p:ph idx="2" type="title"/>
          </p:nvPr>
        </p:nvSpPr>
        <p:spPr>
          <a:xfrm>
            <a:off x="720000" y="1330575"/>
            <a:ext cx="1275300" cy="593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01</a:t>
            </a:r>
            <a:endParaRPr/>
          </a:p>
        </p:txBody>
      </p:sp>
      <p:sp>
        <p:nvSpPr>
          <p:cNvPr id="598" name="Google Shape;598;g1bbddf71bfd_0_0"/>
          <p:cNvSpPr txBox="1"/>
          <p:nvPr>
            <p:ph idx="3" type="title"/>
          </p:nvPr>
        </p:nvSpPr>
        <p:spPr>
          <a:xfrm>
            <a:off x="240300" y="3991175"/>
            <a:ext cx="2979300" cy="527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SzPts val="3500"/>
              <a:buFont typeface="Arial"/>
              <a:buNone/>
            </a:pPr>
            <a:r>
              <a:rPr lang="en"/>
              <a:t>HW Implementation </a:t>
            </a:r>
            <a:endParaRPr/>
          </a:p>
          <a:p>
            <a:pPr indent="0" lvl="0" marL="0" rtl="0" algn="l">
              <a:lnSpc>
                <a:spcPct val="100000"/>
              </a:lnSpc>
              <a:spcBef>
                <a:spcPts val="0"/>
              </a:spcBef>
              <a:spcAft>
                <a:spcPts val="0"/>
              </a:spcAft>
              <a:buSzPts val="2400"/>
              <a:buNone/>
            </a:pPr>
            <a:r>
              <a:t/>
            </a:r>
            <a:endParaRPr/>
          </a:p>
        </p:txBody>
      </p:sp>
      <p:sp>
        <p:nvSpPr>
          <p:cNvPr id="599" name="Google Shape;599;g1bbddf71bfd_0_0"/>
          <p:cNvSpPr txBox="1"/>
          <p:nvPr>
            <p:ph idx="4" type="title"/>
          </p:nvPr>
        </p:nvSpPr>
        <p:spPr>
          <a:xfrm>
            <a:off x="3327300" y="1330575"/>
            <a:ext cx="1275300" cy="593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02</a:t>
            </a:r>
            <a:endParaRPr/>
          </a:p>
        </p:txBody>
      </p:sp>
      <p:sp>
        <p:nvSpPr>
          <p:cNvPr id="600" name="Google Shape;600;g1bbddf71bfd_0_0"/>
          <p:cNvSpPr txBox="1"/>
          <p:nvPr>
            <p:ph idx="6" type="title"/>
          </p:nvPr>
        </p:nvSpPr>
        <p:spPr>
          <a:xfrm>
            <a:off x="5738900" y="3775625"/>
            <a:ext cx="3056400" cy="527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3600"/>
              <a:buFont typeface="Arial"/>
              <a:buNone/>
            </a:pPr>
            <a:r>
              <a:rPr lang="en"/>
              <a:t> Future Work</a:t>
            </a:r>
            <a:endParaRPr/>
          </a:p>
        </p:txBody>
      </p:sp>
      <p:sp>
        <p:nvSpPr>
          <p:cNvPr id="601" name="Google Shape;601;g1bbddf71bfd_0_0"/>
          <p:cNvSpPr txBox="1"/>
          <p:nvPr>
            <p:ph idx="7" type="title"/>
          </p:nvPr>
        </p:nvSpPr>
        <p:spPr>
          <a:xfrm>
            <a:off x="6087600" y="1330575"/>
            <a:ext cx="1275300" cy="593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03</a:t>
            </a:r>
            <a:endParaRPr/>
          </a:p>
        </p:txBody>
      </p:sp>
      <p:sp>
        <p:nvSpPr>
          <p:cNvPr id="602" name="Google Shape;602;g1bbddf71bfd_0_0"/>
          <p:cNvSpPr txBox="1"/>
          <p:nvPr>
            <p:ph idx="9" type="title"/>
          </p:nvPr>
        </p:nvSpPr>
        <p:spPr>
          <a:xfrm>
            <a:off x="3396775" y="1923975"/>
            <a:ext cx="1944900" cy="527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SzPts val="3600"/>
              <a:buFont typeface="Arial"/>
              <a:buNone/>
            </a:pPr>
            <a:r>
              <a:rPr lang="en"/>
              <a:t>Monitoring </a:t>
            </a:r>
            <a:endParaRPr/>
          </a:p>
        </p:txBody>
      </p:sp>
      <p:sp>
        <p:nvSpPr>
          <p:cNvPr id="603" name="Google Shape;603;g1bbddf71bfd_0_0"/>
          <p:cNvSpPr txBox="1"/>
          <p:nvPr>
            <p:ph idx="13" type="title"/>
          </p:nvPr>
        </p:nvSpPr>
        <p:spPr>
          <a:xfrm>
            <a:off x="720000" y="3119975"/>
            <a:ext cx="1275300" cy="593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04</a:t>
            </a:r>
            <a:endParaRPr/>
          </a:p>
        </p:txBody>
      </p:sp>
      <p:sp>
        <p:nvSpPr>
          <p:cNvPr id="604" name="Google Shape;604;g1bbddf71bfd_0_0"/>
          <p:cNvSpPr txBox="1"/>
          <p:nvPr>
            <p:ph idx="15" type="title"/>
          </p:nvPr>
        </p:nvSpPr>
        <p:spPr>
          <a:xfrm>
            <a:off x="3141800" y="3831488"/>
            <a:ext cx="2597100" cy="52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3600"/>
              <a:buFont typeface="Arial"/>
              <a:buNone/>
            </a:pPr>
            <a:r>
              <a:rPr lang="en"/>
              <a:t>Business Plan</a:t>
            </a:r>
            <a:endParaRPr/>
          </a:p>
        </p:txBody>
      </p:sp>
      <p:sp>
        <p:nvSpPr>
          <p:cNvPr id="605" name="Google Shape;605;g1bbddf71bfd_0_0"/>
          <p:cNvSpPr txBox="1"/>
          <p:nvPr>
            <p:ph idx="16" type="title"/>
          </p:nvPr>
        </p:nvSpPr>
        <p:spPr>
          <a:xfrm>
            <a:off x="3343475" y="3119975"/>
            <a:ext cx="1275300" cy="593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05</a:t>
            </a:r>
            <a:endParaRPr/>
          </a:p>
        </p:txBody>
      </p:sp>
      <p:sp>
        <p:nvSpPr>
          <p:cNvPr id="606" name="Google Shape;606;g1bbddf71bfd_0_0"/>
          <p:cNvSpPr txBox="1"/>
          <p:nvPr>
            <p:ph idx="21"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a:t>Table of contents</a:t>
            </a:r>
            <a:endParaRPr/>
          </a:p>
        </p:txBody>
      </p:sp>
      <p:sp>
        <p:nvSpPr>
          <p:cNvPr id="607" name="Google Shape;607;g1bbddf71bfd_0_0"/>
          <p:cNvSpPr/>
          <p:nvPr/>
        </p:nvSpPr>
        <p:spPr>
          <a:xfrm>
            <a:off x="2304375" y="-797750"/>
            <a:ext cx="2028900" cy="220800"/>
          </a:xfrm>
          <a:prstGeom prst="rect">
            <a:avLst/>
          </a:prstGeom>
          <a:solidFill>
            <a:srgbClr val="FF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g1bbddf71bfd_0_0"/>
          <p:cNvSpPr txBox="1"/>
          <p:nvPr>
            <p:ph idx="9" type="title"/>
          </p:nvPr>
        </p:nvSpPr>
        <p:spPr>
          <a:xfrm>
            <a:off x="6087600" y="1923975"/>
            <a:ext cx="2764500" cy="527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SzPts val="3600"/>
              <a:buFont typeface="Arial"/>
              <a:buNone/>
            </a:pPr>
            <a:r>
              <a:rPr lang="en"/>
              <a:t>Mobile Application</a:t>
            </a:r>
            <a:endParaRPr/>
          </a:p>
        </p:txBody>
      </p:sp>
      <p:sp>
        <p:nvSpPr>
          <p:cNvPr id="609" name="Google Shape;609;g1bbddf71bfd_0_0"/>
          <p:cNvSpPr txBox="1"/>
          <p:nvPr>
            <p:ph idx="16" type="title"/>
          </p:nvPr>
        </p:nvSpPr>
        <p:spPr>
          <a:xfrm>
            <a:off x="6306600" y="3037350"/>
            <a:ext cx="1275300" cy="593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06</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g1bbaa8f0957_4_18"/>
          <p:cNvSpPr txBox="1"/>
          <p:nvPr>
            <p:ph type="title"/>
          </p:nvPr>
        </p:nvSpPr>
        <p:spPr>
          <a:xfrm>
            <a:off x="720000" y="2344400"/>
            <a:ext cx="77040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rPr lang="en"/>
              <a:t>Problem Statement</a:t>
            </a:r>
            <a:endParaRPr/>
          </a:p>
        </p:txBody>
      </p:sp>
      <p:sp>
        <p:nvSpPr>
          <p:cNvPr id="615" name="Google Shape;615;g1bbaa8f0957_4_18"/>
          <p:cNvSpPr txBox="1"/>
          <p:nvPr>
            <p:ph idx="2" type="title"/>
          </p:nvPr>
        </p:nvSpPr>
        <p:spPr>
          <a:xfrm>
            <a:off x="2996550" y="1502600"/>
            <a:ext cx="31509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9" name="Shape 619"/>
        <p:cNvGrpSpPr/>
        <p:nvPr/>
      </p:nvGrpSpPr>
      <p:grpSpPr>
        <a:xfrm>
          <a:off x="0" y="0"/>
          <a:ext cx="0" cy="0"/>
          <a:chOff x="0" y="0"/>
          <a:chExt cx="0" cy="0"/>
        </a:xfrm>
      </p:grpSpPr>
      <p:sp>
        <p:nvSpPr>
          <p:cNvPr id="620" name="Google Shape;620;g1bbaa8f0957_4_181"/>
          <p:cNvSpPr txBox="1"/>
          <p:nvPr>
            <p:ph type="title"/>
          </p:nvPr>
        </p:nvSpPr>
        <p:spPr>
          <a:xfrm>
            <a:off x="-144125" y="838425"/>
            <a:ext cx="5169300" cy="552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en" sz="2500">
                <a:latin typeface="Anaheim"/>
                <a:ea typeface="Anaheim"/>
                <a:cs typeface="Anaheim"/>
                <a:sym typeface="Anaheim"/>
              </a:rPr>
              <a:t>“</a:t>
            </a:r>
            <a:r>
              <a:rPr i="1" lang="en" sz="2500">
                <a:latin typeface="Anaheim"/>
                <a:ea typeface="Anaheim"/>
                <a:cs typeface="Anaheim"/>
                <a:sym typeface="Anaheim"/>
              </a:rPr>
              <a:t>We never know the worth of water until the well is dry.”</a:t>
            </a:r>
            <a:endParaRPr/>
          </a:p>
        </p:txBody>
      </p:sp>
      <p:sp>
        <p:nvSpPr>
          <p:cNvPr id="621" name="Google Shape;621;g1bbaa8f0957_4_181"/>
          <p:cNvSpPr txBox="1"/>
          <p:nvPr/>
        </p:nvSpPr>
        <p:spPr>
          <a:xfrm>
            <a:off x="695650" y="1702175"/>
            <a:ext cx="30000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1" i="0" lang="en" sz="2200" u="none" cap="none" strike="noStrike">
                <a:solidFill>
                  <a:srgbClr val="191919"/>
                </a:solidFill>
                <a:latin typeface="Comfortaa"/>
                <a:ea typeface="Comfortaa"/>
                <a:cs typeface="Comfortaa"/>
                <a:sym typeface="Comfortaa"/>
              </a:rPr>
              <a:t>—</a:t>
            </a:r>
            <a:r>
              <a:rPr b="1" i="1" lang="en" sz="2200" u="none" cap="none" strike="noStrike">
                <a:solidFill>
                  <a:srgbClr val="191919"/>
                </a:solidFill>
                <a:latin typeface="Comfortaa"/>
                <a:ea typeface="Comfortaa"/>
                <a:cs typeface="Comfortaa"/>
                <a:sym typeface="Comfortaa"/>
              </a:rPr>
              <a:t>Thomas Fuller</a:t>
            </a:r>
            <a:endParaRPr b="1" i="0" sz="2200" u="none" cap="none" strike="noStrike">
              <a:solidFill>
                <a:srgbClr val="191919"/>
              </a:solidFill>
              <a:latin typeface="Comfortaa"/>
              <a:ea typeface="Comfortaa"/>
              <a:cs typeface="Comfortaa"/>
              <a:sym typeface="Comforta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g1bbaa8f0957_4_44"/>
          <p:cNvSpPr txBox="1"/>
          <p:nvPr>
            <p:ph type="title"/>
          </p:nvPr>
        </p:nvSpPr>
        <p:spPr>
          <a:xfrm>
            <a:off x="681900" y="1330850"/>
            <a:ext cx="73722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500"/>
              <a:buNone/>
            </a:pPr>
            <a:r>
              <a:rPr b="1" lang="en" sz="2400"/>
              <a:t>How is water quality traditionally monitored?</a:t>
            </a:r>
            <a:endParaRPr/>
          </a:p>
        </p:txBody>
      </p:sp>
      <p:sp>
        <p:nvSpPr>
          <p:cNvPr id="627" name="Google Shape;627;g1bbaa8f0957_4_44"/>
          <p:cNvSpPr txBox="1"/>
          <p:nvPr/>
        </p:nvSpPr>
        <p:spPr>
          <a:xfrm>
            <a:off x="681900" y="1903550"/>
            <a:ext cx="81438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naheim"/>
                <a:ea typeface="Anaheim"/>
                <a:cs typeface="Anaheim"/>
                <a:sym typeface="Anaheim"/>
              </a:rPr>
              <a:t>Traditionally, water quality monitoring relies on </a:t>
            </a:r>
            <a:r>
              <a:rPr b="1" i="0" lang="en" sz="1800" u="none" cap="none" strike="noStrike">
                <a:solidFill>
                  <a:srgbClr val="46A9E7"/>
                </a:solidFill>
                <a:latin typeface="Anaheim"/>
                <a:ea typeface="Anaheim"/>
                <a:cs typeface="Anaheim"/>
                <a:sym typeface="Anaheim"/>
              </a:rPr>
              <a:t>manual systems </a:t>
            </a:r>
            <a:r>
              <a:rPr b="0" i="0" lang="en" sz="1800" u="none" cap="none" strike="noStrike">
                <a:solidFill>
                  <a:srgbClr val="000000"/>
                </a:solidFill>
                <a:latin typeface="Anaheim"/>
                <a:ea typeface="Anaheim"/>
                <a:cs typeface="Anaheim"/>
                <a:sym typeface="Anaheim"/>
              </a:rPr>
              <a:t>of data collection sampling. Sensors are placed at stations to record data, with a sample taken from each and sent to a laboratory for analysis. It is time consuming, costly and inefficient, creating difficult conditions to compare or assess the various water quality parameters.</a:t>
            </a:r>
            <a:endParaRPr b="0" i="0" sz="1600" u="none" cap="none" strike="noStrike">
              <a:solidFill>
                <a:srgbClr val="000000"/>
              </a:solidFill>
              <a:latin typeface="Anaheim"/>
              <a:ea typeface="Anaheim"/>
              <a:cs typeface="Anaheim"/>
              <a:sym typeface="Anahei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g1bbaa8f0957_4_49"/>
          <p:cNvSpPr txBox="1"/>
          <p:nvPr>
            <p:ph type="title"/>
          </p:nvPr>
        </p:nvSpPr>
        <p:spPr>
          <a:xfrm>
            <a:off x="224700" y="507511"/>
            <a:ext cx="83289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500"/>
              <a:buNone/>
            </a:pPr>
            <a:r>
              <a:rPr b="1" lang="en" sz="2400"/>
              <a:t>How is water quality traditionally monitored?(cont.)</a:t>
            </a:r>
            <a:endParaRPr b="1" sz="2400"/>
          </a:p>
        </p:txBody>
      </p:sp>
      <p:sp>
        <p:nvSpPr>
          <p:cNvPr id="633" name="Google Shape;633;g1bbaa8f0957_4_49"/>
          <p:cNvSpPr txBox="1"/>
          <p:nvPr/>
        </p:nvSpPr>
        <p:spPr>
          <a:xfrm>
            <a:off x="409575" y="1163163"/>
            <a:ext cx="8143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naheim"/>
                <a:ea typeface="Anaheim"/>
                <a:cs typeface="Anaheim"/>
                <a:sym typeface="Anaheim"/>
              </a:rPr>
              <a:t>Another way to monitor called regional approach used to monitor individual lakes and rivers instead of building station, this way takes  sample of water and send to laboratory, this way still slow and can’t recognize the emergency quickly.</a:t>
            </a:r>
            <a:endParaRPr b="0" i="0" sz="1600" u="none" cap="none" strike="noStrike">
              <a:solidFill>
                <a:srgbClr val="000000"/>
              </a:solidFill>
              <a:latin typeface="Anaheim"/>
              <a:ea typeface="Anaheim"/>
              <a:cs typeface="Anaheim"/>
              <a:sym typeface="Anaheim"/>
            </a:endParaRPr>
          </a:p>
        </p:txBody>
      </p:sp>
      <p:pic>
        <p:nvPicPr>
          <p:cNvPr id="634" name="Google Shape;634;g1bbaa8f0957_4_49"/>
          <p:cNvPicPr preferRelativeResize="0"/>
          <p:nvPr/>
        </p:nvPicPr>
        <p:blipFill rotWithShape="1">
          <a:blip r:embed="rId3">
            <a:alphaModFix/>
          </a:blip>
          <a:srcRect b="0" l="0" r="0" t="0"/>
          <a:stretch/>
        </p:blipFill>
        <p:spPr>
          <a:xfrm>
            <a:off x="5212175" y="1835374"/>
            <a:ext cx="4008225" cy="2996574"/>
          </a:xfrm>
          <a:prstGeom prst="rect">
            <a:avLst/>
          </a:prstGeom>
          <a:noFill/>
          <a:ln>
            <a:noFill/>
          </a:ln>
        </p:spPr>
      </p:pic>
      <p:sp>
        <p:nvSpPr>
          <p:cNvPr id="635" name="Google Shape;635;g1bbaa8f0957_4_49"/>
          <p:cNvSpPr txBox="1"/>
          <p:nvPr/>
        </p:nvSpPr>
        <p:spPr>
          <a:xfrm>
            <a:off x="5094726" y="4831941"/>
            <a:ext cx="4800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46A9E7"/>
                </a:solidFill>
                <a:latin typeface="Anaheim"/>
                <a:ea typeface="Anaheim"/>
                <a:cs typeface="Anaheim"/>
                <a:sym typeface="Anaheim"/>
              </a:rPr>
              <a:t>Fig(1): Edward and Chancy monitor plankton on Madison’s Lake</a:t>
            </a:r>
            <a:endParaRPr b="0" i="0" sz="1200" u="none" cap="none" strike="noStrike">
              <a:solidFill>
                <a:srgbClr val="46A9E7"/>
              </a:solidFill>
              <a:latin typeface="Anaheim"/>
              <a:ea typeface="Anaheim"/>
              <a:cs typeface="Anaheim"/>
              <a:sym typeface="Anahei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g1bbaa8f0957_4_56"/>
          <p:cNvSpPr/>
          <p:nvPr/>
        </p:nvSpPr>
        <p:spPr>
          <a:xfrm>
            <a:off x="6817547" y="3051479"/>
            <a:ext cx="2708879" cy="2576444"/>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g1bbaa8f0957_4_56"/>
          <p:cNvSpPr txBox="1"/>
          <p:nvPr/>
        </p:nvSpPr>
        <p:spPr>
          <a:xfrm>
            <a:off x="1309439" y="222329"/>
            <a:ext cx="6153300" cy="324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9900" u="none" cap="none" strike="noStrike">
                <a:solidFill>
                  <a:srgbClr val="46A9E7"/>
                </a:solidFill>
                <a:latin typeface="Anaheim"/>
                <a:ea typeface="Anaheim"/>
                <a:cs typeface="Anaheim"/>
                <a:sym typeface="Anaheim"/>
              </a:rPr>
              <a:t>SO</a:t>
            </a:r>
            <a:endParaRPr b="0" i="0" sz="23900" u="none" cap="none" strike="noStrike">
              <a:solidFill>
                <a:srgbClr val="46A9E7"/>
              </a:solidFill>
              <a:latin typeface="Anaheim"/>
              <a:ea typeface="Anaheim"/>
              <a:cs typeface="Anaheim"/>
              <a:sym typeface="Anaheim"/>
            </a:endParaRPr>
          </a:p>
        </p:txBody>
      </p:sp>
      <p:sp>
        <p:nvSpPr>
          <p:cNvPr id="642" name="Google Shape;642;g1bbaa8f0957_4_56"/>
          <p:cNvSpPr/>
          <p:nvPr/>
        </p:nvSpPr>
        <p:spPr>
          <a:xfrm rot="-10377698">
            <a:off x="-814782" y="4251609"/>
            <a:ext cx="3374900" cy="1351842"/>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g1bbaa8f0957_4_56"/>
          <p:cNvSpPr/>
          <p:nvPr/>
        </p:nvSpPr>
        <p:spPr>
          <a:xfrm flipH="1" rot="-5400000">
            <a:off x="7497023" y="3481501"/>
            <a:ext cx="2030923" cy="2375515"/>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g1bbaa8f0957_4_56"/>
          <p:cNvSpPr txBox="1"/>
          <p:nvPr/>
        </p:nvSpPr>
        <p:spPr>
          <a:xfrm>
            <a:off x="2942730" y="2673944"/>
            <a:ext cx="2886600" cy="80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4000" u="none" cap="none" strike="noStrike">
                <a:solidFill>
                  <a:srgbClr val="46A9E7"/>
                </a:solidFill>
                <a:latin typeface="Anaheim"/>
                <a:ea typeface="Anaheim"/>
                <a:cs typeface="Anaheim"/>
                <a:sym typeface="Anaheim"/>
              </a:rPr>
              <a:t>WHAT IS THE </a:t>
            </a:r>
            <a:endParaRPr b="0" i="0" sz="4400" u="none" cap="none" strike="noStrike">
              <a:solidFill>
                <a:srgbClr val="46A9E7"/>
              </a:solidFill>
              <a:latin typeface="Anaheim"/>
              <a:ea typeface="Anaheim"/>
              <a:cs typeface="Anaheim"/>
              <a:sym typeface="Anaheim"/>
            </a:endParaRPr>
          </a:p>
        </p:txBody>
      </p:sp>
      <p:sp>
        <p:nvSpPr>
          <p:cNvPr id="645" name="Google Shape;645;g1bbaa8f0957_4_56"/>
          <p:cNvSpPr txBox="1"/>
          <p:nvPr/>
        </p:nvSpPr>
        <p:spPr>
          <a:xfrm>
            <a:off x="2942730" y="3094094"/>
            <a:ext cx="2886600" cy="1015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5400" u="none" cap="none" strike="noStrike">
                <a:solidFill>
                  <a:schemeClr val="accent1"/>
                </a:solidFill>
                <a:latin typeface="Anaheim"/>
                <a:ea typeface="Anaheim"/>
                <a:cs typeface="Anaheim"/>
                <a:sym typeface="Anaheim"/>
              </a:rPr>
              <a:t>SOLUTION</a:t>
            </a:r>
            <a:endParaRPr b="0" i="0" sz="5800" u="none" cap="none" strike="noStrike">
              <a:solidFill>
                <a:srgbClr val="46A9E7"/>
              </a:solidFill>
              <a:latin typeface="Anaheim"/>
              <a:ea typeface="Anaheim"/>
              <a:cs typeface="Anaheim"/>
              <a:sym typeface="Anahei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g1bbaa8f0957_4_188"/>
          <p:cNvSpPr txBox="1"/>
          <p:nvPr>
            <p:ph type="title"/>
          </p:nvPr>
        </p:nvSpPr>
        <p:spPr>
          <a:xfrm>
            <a:off x="781550" y="2653625"/>
            <a:ext cx="45522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4500"/>
              <a:t>Project Idea</a:t>
            </a:r>
            <a:endParaRPr sz="4500"/>
          </a:p>
        </p:txBody>
      </p:sp>
      <p:pic>
        <p:nvPicPr>
          <p:cNvPr id="651" name="Google Shape;651;g1bbaa8f0957_4_188"/>
          <p:cNvPicPr preferRelativeResize="0"/>
          <p:nvPr/>
        </p:nvPicPr>
        <p:blipFill rotWithShape="1">
          <a:blip r:embed="rId3">
            <a:alphaModFix/>
          </a:blip>
          <a:srcRect b="0" l="26495" r="26919" t="0"/>
          <a:stretch/>
        </p:blipFill>
        <p:spPr>
          <a:xfrm>
            <a:off x="5548897" y="0"/>
            <a:ext cx="3595100" cy="5143500"/>
          </a:xfrm>
          <a:prstGeom prst="rect">
            <a:avLst/>
          </a:prstGeom>
          <a:noFill/>
          <a:ln>
            <a:noFill/>
          </a:ln>
        </p:spPr>
      </p:pic>
      <p:sp>
        <p:nvSpPr>
          <p:cNvPr id="652" name="Google Shape;652;g1bbaa8f0957_4_188"/>
          <p:cNvSpPr/>
          <p:nvPr/>
        </p:nvSpPr>
        <p:spPr>
          <a:xfrm flipH="1">
            <a:off x="6761925" y="-156750"/>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g1bbaa8f0957_4_188"/>
          <p:cNvSpPr/>
          <p:nvPr/>
        </p:nvSpPr>
        <p:spPr>
          <a:xfrm rot="10800000">
            <a:off x="7464700" y="-106825"/>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g1bbaa8f0957_4_188"/>
          <p:cNvSpPr txBox="1"/>
          <p:nvPr>
            <p:ph idx="4294967295" type="title"/>
          </p:nvPr>
        </p:nvSpPr>
        <p:spPr>
          <a:xfrm>
            <a:off x="1088825" y="1544775"/>
            <a:ext cx="31509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sz="6000"/>
              <a:t>01</a:t>
            </a:r>
            <a:endParaRPr sz="6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g1bb830efa19_1_13"/>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b="1" lang="en" sz="2900">
                <a:solidFill>
                  <a:srgbClr val="1F497D"/>
                </a:solidFill>
                <a:latin typeface="Times New Roman"/>
                <a:ea typeface="Times New Roman"/>
                <a:cs typeface="Times New Roman"/>
                <a:sym typeface="Times New Roman"/>
              </a:rPr>
              <a:t>  </a:t>
            </a:r>
            <a:r>
              <a:rPr b="1" lang="en" sz="2900">
                <a:latin typeface="Times New Roman"/>
                <a:ea typeface="Times New Roman"/>
                <a:cs typeface="Times New Roman"/>
                <a:sym typeface="Times New Roman"/>
              </a:rPr>
              <a:t> Main Feachers  </a:t>
            </a:r>
            <a:endParaRPr sz="3000" u="sng"/>
          </a:p>
        </p:txBody>
      </p:sp>
      <p:pic>
        <p:nvPicPr>
          <p:cNvPr id="660" name="Google Shape;660;g1bb830efa19_1_13"/>
          <p:cNvPicPr preferRelativeResize="0"/>
          <p:nvPr/>
        </p:nvPicPr>
        <p:blipFill rotWithShape="1">
          <a:blip r:embed="rId3">
            <a:alphaModFix/>
          </a:blip>
          <a:srcRect b="0" l="0" r="0" t="0"/>
          <a:stretch/>
        </p:blipFill>
        <p:spPr>
          <a:xfrm>
            <a:off x="373700" y="1383875"/>
            <a:ext cx="3810000" cy="2857500"/>
          </a:xfrm>
          <a:prstGeom prst="rect">
            <a:avLst/>
          </a:prstGeom>
          <a:noFill/>
          <a:ln>
            <a:noFill/>
          </a:ln>
        </p:spPr>
      </p:pic>
      <p:pic>
        <p:nvPicPr>
          <p:cNvPr id="661" name="Google Shape;661;g1bb830efa19_1_13"/>
          <p:cNvPicPr preferRelativeResize="0"/>
          <p:nvPr/>
        </p:nvPicPr>
        <p:blipFill rotWithShape="1">
          <a:blip r:embed="rId4">
            <a:alphaModFix/>
          </a:blip>
          <a:srcRect b="0" l="0" r="0" t="0"/>
          <a:stretch/>
        </p:blipFill>
        <p:spPr>
          <a:xfrm>
            <a:off x="5249000" y="1344700"/>
            <a:ext cx="3468575" cy="2935876"/>
          </a:xfrm>
          <a:prstGeom prst="rect">
            <a:avLst/>
          </a:prstGeom>
          <a:noFill/>
          <a:ln>
            <a:noFill/>
          </a:ln>
        </p:spPr>
      </p:pic>
      <p:grpSp>
        <p:nvGrpSpPr>
          <p:cNvPr id="662" name="Google Shape;662;g1bb830efa19_1_13"/>
          <p:cNvGrpSpPr/>
          <p:nvPr/>
        </p:nvGrpSpPr>
        <p:grpSpPr>
          <a:xfrm flipH="1">
            <a:off x="3697383" y="2285368"/>
            <a:ext cx="2081740" cy="572766"/>
            <a:chOff x="238125" y="1725700"/>
            <a:chExt cx="7139025" cy="2260325"/>
          </a:xfrm>
        </p:grpSpPr>
        <p:sp>
          <p:nvSpPr>
            <p:cNvPr id="663" name="Google Shape;663;g1bb830efa19_1_13"/>
            <p:cNvSpPr/>
            <p:nvPr/>
          </p:nvSpPr>
          <p:spPr>
            <a:xfrm>
              <a:off x="238125" y="1741950"/>
              <a:ext cx="6506150" cy="2228050"/>
            </a:xfrm>
            <a:custGeom>
              <a:rect b="b" l="l" r="r" t="t"/>
              <a:pathLst>
                <a:path extrusionOk="0" h="89122" w="260246">
                  <a:moveTo>
                    <a:pt x="260246" y="1"/>
                  </a:moveTo>
                  <a:lnTo>
                    <a:pt x="0" y="44559"/>
                  </a:lnTo>
                  <a:lnTo>
                    <a:pt x="260241" y="89121"/>
                  </a:lnTo>
                  <a:cubicBezTo>
                    <a:pt x="250030" y="85482"/>
                    <a:pt x="242259" y="66921"/>
                    <a:pt x="242259" y="44559"/>
                  </a:cubicBezTo>
                  <a:cubicBezTo>
                    <a:pt x="242259" y="22201"/>
                    <a:pt x="250039" y="3626"/>
                    <a:pt x="260246" y="1"/>
                  </a:cubicBezTo>
                  <a:close/>
                </a:path>
              </a:pathLst>
            </a:custGeom>
            <a:solidFill>
              <a:srgbClr val="E3E9ED">
                <a:alpha val="4235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g1bb830efa19_1_13"/>
            <p:cNvSpPr/>
            <p:nvPr/>
          </p:nvSpPr>
          <p:spPr>
            <a:xfrm>
              <a:off x="2480475" y="2435950"/>
              <a:ext cx="438500" cy="841400"/>
            </a:xfrm>
            <a:custGeom>
              <a:rect b="b" l="l" r="r" t="t"/>
              <a:pathLst>
                <a:path extrusionOk="0" h="33656" w="1754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solidFill>
              <a:srgbClr val="A5B7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g1bb830efa19_1_13"/>
            <p:cNvSpPr/>
            <p:nvPr/>
          </p:nvSpPr>
          <p:spPr>
            <a:xfrm>
              <a:off x="3663250" y="2219875"/>
              <a:ext cx="607450" cy="1272525"/>
            </a:xfrm>
            <a:custGeom>
              <a:rect b="b" l="l" r="r" t="t"/>
              <a:pathLst>
                <a:path extrusionOk="0" h="50901" w="24298">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solidFill>
              <a:srgbClr val="A5B7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g1bb830efa19_1_13"/>
            <p:cNvSpPr/>
            <p:nvPr/>
          </p:nvSpPr>
          <p:spPr>
            <a:xfrm>
              <a:off x="4999700" y="1973525"/>
              <a:ext cx="820500" cy="1764350"/>
            </a:xfrm>
            <a:custGeom>
              <a:rect b="b" l="l" r="r" t="t"/>
              <a:pathLst>
                <a:path extrusionOk="0" h="70574" w="3282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solidFill>
              <a:srgbClr val="869FB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g1bb830efa19_1_13"/>
            <p:cNvSpPr/>
            <p:nvPr/>
          </p:nvSpPr>
          <p:spPr>
            <a:xfrm>
              <a:off x="6838275" y="1725700"/>
              <a:ext cx="150" cy="0"/>
            </a:xfrm>
            <a:custGeom>
              <a:rect b="b" l="l" r="r" t="t"/>
              <a:pathLst>
                <a:path extrusionOk="0" h="120000" w="6">
                  <a:moveTo>
                    <a:pt x="5" y="0"/>
                  </a:moveTo>
                  <a:lnTo>
                    <a:pt x="1" y="0"/>
                  </a:lnTo>
                  <a:close/>
                </a:path>
              </a:pathLst>
            </a:custGeom>
            <a:solidFill>
              <a:srgbClr val="E3E9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g1bb830efa19_1_13"/>
            <p:cNvSpPr/>
            <p:nvPr/>
          </p:nvSpPr>
          <p:spPr>
            <a:xfrm>
              <a:off x="6838400" y="3986000"/>
              <a:ext cx="25" cy="25"/>
            </a:xfrm>
            <a:custGeom>
              <a:rect b="b" l="l" r="r" t="t"/>
              <a:pathLst>
                <a:path extrusionOk="0" h="1" w="1">
                  <a:moveTo>
                    <a:pt x="0" y="1"/>
                  </a:moveTo>
                  <a:lnTo>
                    <a:pt x="0" y="1"/>
                  </a:lnTo>
                  <a:close/>
                </a:path>
              </a:pathLst>
            </a:custGeom>
            <a:solidFill>
              <a:srgbClr val="E3E9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g1bb830efa19_1_13"/>
            <p:cNvSpPr/>
            <p:nvPr/>
          </p:nvSpPr>
          <p:spPr>
            <a:xfrm>
              <a:off x="6744250" y="3969975"/>
              <a:ext cx="94175" cy="16050"/>
            </a:xfrm>
            <a:custGeom>
              <a:rect b="b" l="l" r="r" t="t"/>
              <a:pathLst>
                <a:path extrusionOk="0" h="642" w="3767">
                  <a:moveTo>
                    <a:pt x="1" y="0"/>
                  </a:moveTo>
                  <a:lnTo>
                    <a:pt x="1" y="0"/>
                  </a:lnTo>
                  <a:cubicBezTo>
                    <a:pt x="1190" y="425"/>
                    <a:pt x="2415" y="642"/>
                    <a:pt x="3662" y="642"/>
                  </a:cubicBezTo>
                  <a:lnTo>
                    <a:pt x="3766" y="642"/>
                  </a:lnTo>
                  <a:lnTo>
                    <a:pt x="1" y="0"/>
                  </a:lnTo>
                  <a:close/>
                </a:path>
              </a:pathLst>
            </a:custGeom>
            <a:solidFill>
              <a:srgbClr val="CFD9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g1bb830efa19_1_13"/>
            <p:cNvSpPr/>
            <p:nvPr/>
          </p:nvSpPr>
          <p:spPr>
            <a:xfrm>
              <a:off x="6744250" y="1725700"/>
              <a:ext cx="94050" cy="16175"/>
            </a:xfrm>
            <a:custGeom>
              <a:rect b="b" l="l" r="r" t="t"/>
              <a:pathLst>
                <a:path extrusionOk="0" h="647" w="3762">
                  <a:moveTo>
                    <a:pt x="3662" y="0"/>
                  </a:moveTo>
                  <a:cubicBezTo>
                    <a:pt x="2415" y="0"/>
                    <a:pt x="1194" y="222"/>
                    <a:pt x="1" y="646"/>
                  </a:cubicBezTo>
                  <a:lnTo>
                    <a:pt x="3762" y="0"/>
                  </a:lnTo>
                  <a:close/>
                </a:path>
              </a:pathLst>
            </a:custGeom>
            <a:solidFill>
              <a:srgbClr val="CFD9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g1bb830efa19_1_13"/>
            <p:cNvSpPr/>
            <p:nvPr/>
          </p:nvSpPr>
          <p:spPr>
            <a:xfrm>
              <a:off x="6294575" y="1725700"/>
              <a:ext cx="1082575" cy="2260225"/>
            </a:xfrm>
            <a:custGeom>
              <a:rect b="b" l="l" r="r" t="t"/>
              <a:pathLst>
                <a:path extrusionOk="0" h="90409" w="43303">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solidFill>
              <a:srgbClr val="CFD9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g1bb830efa19_1_13"/>
            <p:cNvSpPr/>
            <p:nvPr/>
          </p:nvSpPr>
          <p:spPr>
            <a:xfrm>
              <a:off x="1511625" y="2613375"/>
              <a:ext cx="292400" cy="484275"/>
            </a:xfrm>
            <a:custGeom>
              <a:rect b="b" l="l" r="r" t="t"/>
              <a:pathLst>
                <a:path extrusionOk="0" h="19371" w="11696">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BAC8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g1bb830efa19_1_21"/>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b="1" lang="en" sz="2600">
                <a:solidFill>
                  <a:srgbClr val="1F497D"/>
                </a:solidFill>
                <a:latin typeface="Times New Roman"/>
                <a:ea typeface="Times New Roman"/>
                <a:cs typeface="Times New Roman"/>
                <a:sym typeface="Times New Roman"/>
              </a:rPr>
              <a:t>  </a:t>
            </a:r>
            <a:r>
              <a:rPr b="1" lang="en" sz="2600">
                <a:latin typeface="Times New Roman"/>
                <a:ea typeface="Times New Roman"/>
                <a:cs typeface="Times New Roman"/>
                <a:sym typeface="Times New Roman"/>
              </a:rPr>
              <a:t> Water Quality Monitoring </a:t>
            </a:r>
            <a:endParaRPr sz="2700" u="sng"/>
          </a:p>
        </p:txBody>
      </p:sp>
      <p:sp>
        <p:nvSpPr>
          <p:cNvPr id="678" name="Google Shape;678;g1bb830efa19_1_21"/>
          <p:cNvSpPr txBox="1"/>
          <p:nvPr/>
        </p:nvSpPr>
        <p:spPr>
          <a:xfrm>
            <a:off x="600600" y="1168875"/>
            <a:ext cx="3653400" cy="2970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0"/>
              </a:spcBef>
              <a:spcAft>
                <a:spcPts val="0"/>
              </a:spcAft>
              <a:buClr>
                <a:srgbClr val="000000"/>
              </a:buClr>
              <a:buSzPts val="2000"/>
              <a:buFont typeface="Anaheim"/>
              <a:buChar char="❏"/>
            </a:pPr>
            <a:r>
              <a:rPr b="1" i="0" lang="en" sz="2000" u="none" cap="none" strike="noStrike">
                <a:solidFill>
                  <a:srgbClr val="000000"/>
                </a:solidFill>
                <a:latin typeface="Anaheim"/>
                <a:ea typeface="Anaheim"/>
                <a:cs typeface="Anaheim"/>
                <a:sym typeface="Anaheim"/>
              </a:rPr>
              <a:t>Using not expensive sensors to achieve monitoring</a:t>
            </a:r>
            <a:endParaRPr b="1" i="0" sz="2000" u="none" cap="none" strike="noStrike">
              <a:solidFill>
                <a:srgbClr val="000000"/>
              </a:solidFill>
              <a:latin typeface="Anaheim"/>
              <a:ea typeface="Anaheim"/>
              <a:cs typeface="Anaheim"/>
              <a:sym typeface="Anaheim"/>
            </a:endParaRPr>
          </a:p>
          <a:p>
            <a:pPr indent="-355600" lvl="0" marL="457200" marR="0" rtl="0" algn="l">
              <a:lnSpc>
                <a:spcPct val="115000"/>
              </a:lnSpc>
              <a:spcBef>
                <a:spcPts val="0"/>
              </a:spcBef>
              <a:spcAft>
                <a:spcPts val="0"/>
              </a:spcAft>
              <a:buClr>
                <a:srgbClr val="000000"/>
              </a:buClr>
              <a:buSzPts val="2000"/>
              <a:buFont typeface="Anaheim"/>
              <a:buChar char="❏"/>
            </a:pPr>
            <a:r>
              <a:rPr b="1" i="0" lang="en" sz="2000" u="none" cap="none" strike="noStrike">
                <a:solidFill>
                  <a:srgbClr val="000000"/>
                </a:solidFill>
                <a:latin typeface="Anaheim"/>
                <a:ea typeface="Anaheim"/>
                <a:cs typeface="Anaheim"/>
                <a:sym typeface="Anaheim"/>
              </a:rPr>
              <a:t>Check water quality remotely</a:t>
            </a:r>
            <a:endParaRPr b="1" i="0" sz="2000" u="none" cap="none" strike="noStrike">
              <a:solidFill>
                <a:srgbClr val="000000"/>
              </a:solidFill>
              <a:latin typeface="Anaheim"/>
              <a:ea typeface="Anaheim"/>
              <a:cs typeface="Anaheim"/>
              <a:sym typeface="Anaheim"/>
            </a:endParaRPr>
          </a:p>
          <a:p>
            <a:pPr indent="-355600" lvl="0" marL="457200" marR="0" rtl="0" algn="l">
              <a:lnSpc>
                <a:spcPct val="115000"/>
              </a:lnSpc>
              <a:spcBef>
                <a:spcPts val="0"/>
              </a:spcBef>
              <a:spcAft>
                <a:spcPts val="0"/>
              </a:spcAft>
              <a:buClr>
                <a:srgbClr val="000000"/>
              </a:buClr>
              <a:buSzPts val="2000"/>
              <a:buFont typeface="Anaheim"/>
              <a:buChar char="❏"/>
            </a:pPr>
            <a:r>
              <a:rPr b="1" i="0" lang="en" sz="2000" u="none" cap="none" strike="noStrike">
                <a:solidFill>
                  <a:srgbClr val="000000"/>
                </a:solidFill>
                <a:latin typeface="Anaheim"/>
                <a:ea typeface="Anaheim"/>
                <a:cs typeface="Anaheim"/>
                <a:sym typeface="Anaheim"/>
              </a:rPr>
              <a:t>Achieve Real Time and Easy Information</a:t>
            </a:r>
            <a:endParaRPr b="1" i="0" sz="2000" u="none" cap="none" strike="noStrike">
              <a:solidFill>
                <a:srgbClr val="000000"/>
              </a:solidFill>
              <a:latin typeface="Anaheim"/>
              <a:ea typeface="Anaheim"/>
              <a:cs typeface="Anaheim"/>
              <a:sym typeface="Anaheim"/>
            </a:endParaRPr>
          </a:p>
          <a:p>
            <a:pPr indent="-355600" lvl="0" marL="457200" marR="0" rtl="0" algn="l">
              <a:lnSpc>
                <a:spcPct val="115000"/>
              </a:lnSpc>
              <a:spcBef>
                <a:spcPts val="0"/>
              </a:spcBef>
              <a:spcAft>
                <a:spcPts val="0"/>
              </a:spcAft>
              <a:buClr>
                <a:srgbClr val="000000"/>
              </a:buClr>
              <a:buSzPts val="2000"/>
              <a:buFont typeface="Anaheim"/>
              <a:buChar char="❏"/>
            </a:pPr>
            <a:r>
              <a:rPr b="1" i="0" lang="en" sz="2000" u="none" cap="none" strike="noStrike">
                <a:solidFill>
                  <a:srgbClr val="000000"/>
                </a:solidFill>
                <a:latin typeface="Anaheim"/>
                <a:ea typeface="Anaheim"/>
                <a:cs typeface="Anaheim"/>
                <a:sym typeface="Anaheim"/>
              </a:rPr>
              <a:t>Quality Classification According to User’s needs</a:t>
            </a:r>
            <a:endParaRPr b="1" i="0" sz="2000" u="none" cap="none" strike="noStrike">
              <a:solidFill>
                <a:srgbClr val="000000"/>
              </a:solidFill>
              <a:latin typeface="Anaheim"/>
              <a:ea typeface="Anaheim"/>
              <a:cs typeface="Anaheim"/>
              <a:sym typeface="Anaheim"/>
            </a:endParaRPr>
          </a:p>
        </p:txBody>
      </p:sp>
      <p:pic>
        <p:nvPicPr>
          <p:cNvPr id="679" name="Google Shape;679;g1bb830efa19_1_21"/>
          <p:cNvPicPr preferRelativeResize="0"/>
          <p:nvPr/>
        </p:nvPicPr>
        <p:blipFill rotWithShape="1">
          <a:blip r:embed="rId3">
            <a:alphaModFix/>
          </a:blip>
          <a:srcRect b="0" l="0" r="0" t="0"/>
          <a:stretch/>
        </p:blipFill>
        <p:spPr>
          <a:xfrm>
            <a:off x="4485800" y="1145750"/>
            <a:ext cx="4080126" cy="3309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g1b98169c3a9_0_0"/>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a:t>Mobile application</a:t>
            </a:r>
            <a:endParaRPr/>
          </a:p>
        </p:txBody>
      </p:sp>
      <p:sp>
        <p:nvSpPr>
          <p:cNvPr id="685" name="Google Shape;685;g1b98169c3a9_0_0"/>
          <p:cNvSpPr/>
          <p:nvPr/>
        </p:nvSpPr>
        <p:spPr>
          <a:xfrm>
            <a:off x="4460300" y="2162325"/>
            <a:ext cx="1692300" cy="4002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g1b98169c3a9_0_0"/>
          <p:cNvSpPr txBox="1"/>
          <p:nvPr/>
        </p:nvSpPr>
        <p:spPr>
          <a:xfrm>
            <a:off x="971550" y="3859525"/>
            <a:ext cx="8210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naheim"/>
              <a:ea typeface="Anaheim"/>
              <a:cs typeface="Anaheim"/>
              <a:sym typeface="Anaheim"/>
            </a:endParaRPr>
          </a:p>
        </p:txBody>
      </p:sp>
      <p:sp>
        <p:nvSpPr>
          <p:cNvPr id="687" name="Google Shape;687;g1b98169c3a9_0_0"/>
          <p:cNvSpPr txBox="1"/>
          <p:nvPr/>
        </p:nvSpPr>
        <p:spPr>
          <a:xfrm>
            <a:off x="458400" y="3707125"/>
            <a:ext cx="83820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chemeClr val="accent1"/>
                </a:solidFill>
                <a:latin typeface="Anaheim"/>
                <a:ea typeface="Anaheim"/>
                <a:cs typeface="Anaheim"/>
                <a:sym typeface="Anaheim"/>
              </a:rPr>
              <a:t>User </a:t>
            </a:r>
            <a:r>
              <a:rPr b="1" i="0" lang="en" sz="1500" u="none" cap="none" strike="noStrike">
                <a:solidFill>
                  <a:schemeClr val="accent1"/>
                </a:solidFill>
                <a:latin typeface="Arial"/>
                <a:ea typeface="Arial"/>
                <a:cs typeface="Arial"/>
                <a:sym typeface="Arial"/>
              </a:rPr>
              <a:t>who controls the Boat sends new Location to Boat by using Bluetooth module.</a:t>
            </a:r>
            <a:endParaRPr b="1" i="0" sz="1500" u="none" cap="none" strike="noStrike">
              <a:solidFill>
                <a:schemeClr val="accent1"/>
              </a:solidFill>
              <a:latin typeface="Anaheim"/>
              <a:ea typeface="Anaheim"/>
              <a:cs typeface="Anaheim"/>
              <a:sym typeface="Anaheim"/>
            </a:endParaRPr>
          </a:p>
        </p:txBody>
      </p:sp>
      <p:sp>
        <p:nvSpPr>
          <p:cNvPr id="688" name="Google Shape;688;g1b98169c3a9_0_0"/>
          <p:cNvSpPr txBox="1"/>
          <p:nvPr/>
        </p:nvSpPr>
        <p:spPr>
          <a:xfrm>
            <a:off x="4742475" y="1698575"/>
            <a:ext cx="1315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naheim"/>
                <a:ea typeface="Anaheim"/>
                <a:cs typeface="Anaheim"/>
                <a:sym typeface="Anaheim"/>
              </a:rPr>
              <a:t>Send location</a:t>
            </a:r>
            <a:endParaRPr b="0" i="0" sz="1400" u="none" cap="none" strike="noStrike">
              <a:solidFill>
                <a:srgbClr val="000000"/>
              </a:solidFill>
              <a:latin typeface="Anaheim"/>
              <a:ea typeface="Anaheim"/>
              <a:cs typeface="Anaheim"/>
              <a:sym typeface="Anaheim"/>
            </a:endParaRPr>
          </a:p>
        </p:txBody>
      </p:sp>
      <p:pic>
        <p:nvPicPr>
          <p:cNvPr id="689" name="Google Shape;689;g1b98169c3a9_0_0"/>
          <p:cNvPicPr preferRelativeResize="0"/>
          <p:nvPr/>
        </p:nvPicPr>
        <p:blipFill rotWithShape="1">
          <a:blip r:embed="rId3">
            <a:alphaModFix/>
          </a:blip>
          <a:srcRect b="0" l="1161" r="1170" t="0"/>
          <a:stretch/>
        </p:blipFill>
        <p:spPr>
          <a:xfrm>
            <a:off x="6735550" y="776225"/>
            <a:ext cx="1511975" cy="2930901"/>
          </a:xfrm>
          <a:prstGeom prst="rect">
            <a:avLst/>
          </a:prstGeom>
          <a:noFill/>
          <a:ln>
            <a:noFill/>
          </a:ln>
        </p:spPr>
      </p:pic>
      <p:pic>
        <p:nvPicPr>
          <p:cNvPr id="690" name="Google Shape;690;g1b98169c3a9_0_0"/>
          <p:cNvPicPr preferRelativeResize="0"/>
          <p:nvPr/>
        </p:nvPicPr>
        <p:blipFill rotWithShape="1">
          <a:blip r:embed="rId4">
            <a:alphaModFix/>
          </a:blip>
          <a:srcRect b="0" l="0" r="0" t="0"/>
          <a:stretch/>
        </p:blipFill>
        <p:spPr>
          <a:xfrm>
            <a:off x="1099400" y="1269750"/>
            <a:ext cx="2670619" cy="2168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g1bb830efa19_1_31"/>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b="1" lang="en" sz="2900"/>
              <a:t>Boat Control</a:t>
            </a:r>
            <a:endParaRPr b="1" sz="2900"/>
          </a:p>
        </p:txBody>
      </p:sp>
      <p:sp>
        <p:nvSpPr>
          <p:cNvPr id="696" name="Google Shape;696;g1bb830efa19_1_31"/>
          <p:cNvSpPr txBox="1"/>
          <p:nvPr/>
        </p:nvSpPr>
        <p:spPr>
          <a:xfrm>
            <a:off x="600600" y="1168875"/>
            <a:ext cx="8268300" cy="1908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0"/>
              </a:spcBef>
              <a:spcAft>
                <a:spcPts val="0"/>
              </a:spcAft>
              <a:buClr>
                <a:srgbClr val="000000"/>
              </a:buClr>
              <a:buSzPts val="2000"/>
              <a:buFont typeface="Anaheim"/>
              <a:buChar char="❏"/>
            </a:pPr>
            <a:r>
              <a:rPr b="1" i="0" lang="en" sz="2000" u="none" cap="none" strike="noStrike">
                <a:solidFill>
                  <a:srgbClr val="000000"/>
                </a:solidFill>
                <a:latin typeface="Anaheim"/>
                <a:ea typeface="Anaheim"/>
                <a:cs typeface="Anaheim"/>
                <a:sym typeface="Anaheim"/>
              </a:rPr>
              <a:t>Using MPU and GPS Sensors to Navigate.</a:t>
            </a:r>
            <a:endParaRPr b="1" i="0" sz="2000" u="none" cap="none" strike="noStrike">
              <a:solidFill>
                <a:srgbClr val="000000"/>
              </a:solidFill>
              <a:latin typeface="Anaheim"/>
              <a:ea typeface="Anaheim"/>
              <a:cs typeface="Anaheim"/>
              <a:sym typeface="Anaheim"/>
            </a:endParaRPr>
          </a:p>
          <a:p>
            <a:pPr indent="-355600" lvl="0" marL="457200" marR="0" rtl="0" algn="l">
              <a:lnSpc>
                <a:spcPct val="115000"/>
              </a:lnSpc>
              <a:spcBef>
                <a:spcPts val="0"/>
              </a:spcBef>
              <a:spcAft>
                <a:spcPts val="0"/>
              </a:spcAft>
              <a:buClr>
                <a:srgbClr val="000000"/>
              </a:buClr>
              <a:buSzPts val="2000"/>
              <a:buFont typeface="Anaheim"/>
              <a:buChar char="❏"/>
            </a:pPr>
            <a:r>
              <a:rPr b="1" i="0" lang="en" sz="2000" u="none" cap="none" strike="noStrike">
                <a:solidFill>
                  <a:srgbClr val="000000"/>
                </a:solidFill>
                <a:latin typeface="Anaheim"/>
                <a:ea typeface="Anaheim"/>
                <a:cs typeface="Anaheim"/>
                <a:sym typeface="Anaheim"/>
              </a:rPr>
              <a:t>Communicating with mobile through Bluetooth Waves.</a:t>
            </a:r>
            <a:endParaRPr b="1" i="0" sz="2000" u="none" cap="none" strike="noStrike">
              <a:solidFill>
                <a:srgbClr val="000000"/>
              </a:solidFill>
              <a:latin typeface="Anaheim"/>
              <a:ea typeface="Anaheim"/>
              <a:cs typeface="Anaheim"/>
              <a:sym typeface="Anaheim"/>
            </a:endParaRPr>
          </a:p>
          <a:p>
            <a:pPr indent="-355600" lvl="0" marL="457200" marR="0" rtl="0" algn="l">
              <a:lnSpc>
                <a:spcPct val="115000"/>
              </a:lnSpc>
              <a:spcBef>
                <a:spcPts val="0"/>
              </a:spcBef>
              <a:spcAft>
                <a:spcPts val="0"/>
              </a:spcAft>
              <a:buClr>
                <a:srgbClr val="000000"/>
              </a:buClr>
              <a:buSzPts val="2000"/>
              <a:buFont typeface="Anaheim"/>
              <a:buChar char="❏"/>
            </a:pPr>
            <a:r>
              <a:rPr b="1" i="0" lang="en" sz="2000" u="none" cap="none" strike="noStrike">
                <a:solidFill>
                  <a:srgbClr val="000000"/>
                </a:solidFill>
                <a:latin typeface="Anaheim"/>
                <a:ea typeface="Anaheim"/>
                <a:cs typeface="Anaheim"/>
                <a:sym typeface="Anaheim"/>
              </a:rPr>
              <a:t>Autonomous Moving by just one Click.</a:t>
            </a:r>
            <a:endParaRPr b="1" i="0" sz="2000" u="none" cap="none" strike="noStrike">
              <a:solidFill>
                <a:srgbClr val="000000"/>
              </a:solidFill>
              <a:latin typeface="Anaheim"/>
              <a:ea typeface="Anaheim"/>
              <a:cs typeface="Anaheim"/>
              <a:sym typeface="Anaheim"/>
            </a:endParaRPr>
          </a:p>
          <a:p>
            <a:pPr indent="-355600" lvl="0" marL="457200" marR="0" rtl="0" algn="l">
              <a:lnSpc>
                <a:spcPct val="115000"/>
              </a:lnSpc>
              <a:spcBef>
                <a:spcPts val="0"/>
              </a:spcBef>
              <a:spcAft>
                <a:spcPts val="0"/>
              </a:spcAft>
              <a:buClr>
                <a:srgbClr val="000000"/>
              </a:buClr>
              <a:buSzPts val="2000"/>
              <a:buFont typeface="Anaheim"/>
              <a:buChar char="❏"/>
            </a:pPr>
            <a:r>
              <a:rPr b="1" i="0" lang="en" sz="2000" u="none" cap="none" strike="noStrike">
                <a:solidFill>
                  <a:srgbClr val="000000"/>
                </a:solidFill>
                <a:latin typeface="Anaheim"/>
                <a:ea typeface="Anaheim"/>
                <a:cs typeface="Anaheim"/>
                <a:sym typeface="Anaheim"/>
              </a:rPr>
              <a:t>Holding Water Sensors.</a:t>
            </a:r>
            <a:endParaRPr b="1" i="0" sz="2000" u="none" cap="none" strike="noStrike">
              <a:solidFill>
                <a:srgbClr val="000000"/>
              </a:solidFill>
              <a:latin typeface="Anaheim"/>
              <a:ea typeface="Anaheim"/>
              <a:cs typeface="Anaheim"/>
              <a:sym typeface="Anaheim"/>
            </a:endParaRPr>
          </a:p>
          <a:p>
            <a:pPr indent="-355600" lvl="0" marL="457200" marR="0" rtl="0" algn="l">
              <a:lnSpc>
                <a:spcPct val="115000"/>
              </a:lnSpc>
              <a:spcBef>
                <a:spcPts val="0"/>
              </a:spcBef>
              <a:spcAft>
                <a:spcPts val="0"/>
              </a:spcAft>
              <a:buClr>
                <a:srgbClr val="000000"/>
              </a:buClr>
              <a:buSzPts val="2000"/>
              <a:buFont typeface="Anaheim"/>
              <a:buChar char="❏"/>
            </a:pPr>
            <a:r>
              <a:rPr b="1" i="0" lang="en" sz="2000" u="none" cap="none" strike="noStrike">
                <a:solidFill>
                  <a:srgbClr val="000000"/>
                </a:solidFill>
                <a:latin typeface="Anaheim"/>
                <a:ea typeface="Anaheim"/>
                <a:cs typeface="Anaheim"/>
                <a:sym typeface="Anaheim"/>
              </a:rPr>
              <a:t>Using PID Algorithm.</a:t>
            </a:r>
            <a:endParaRPr b="1" i="0" sz="2000" u="none" cap="none" strike="noStrike">
              <a:solidFill>
                <a:srgbClr val="000000"/>
              </a:solidFill>
              <a:latin typeface="Anaheim"/>
              <a:ea typeface="Anaheim"/>
              <a:cs typeface="Anaheim"/>
              <a:sym typeface="Anaheim"/>
            </a:endParaRPr>
          </a:p>
        </p:txBody>
      </p:sp>
      <p:pic>
        <p:nvPicPr>
          <p:cNvPr id="697" name="Google Shape;697;g1bb830efa19_1_31"/>
          <p:cNvPicPr preferRelativeResize="0"/>
          <p:nvPr/>
        </p:nvPicPr>
        <p:blipFill rotWithShape="1">
          <a:blip r:embed="rId3">
            <a:alphaModFix/>
          </a:blip>
          <a:srcRect b="35696" l="0" r="0" t="32715"/>
          <a:stretch/>
        </p:blipFill>
        <p:spPr>
          <a:xfrm>
            <a:off x="5127375" y="2564550"/>
            <a:ext cx="2893199" cy="16247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g1bbaa8f0957_2_169"/>
          <p:cNvSpPr txBox="1"/>
          <p:nvPr>
            <p:ph type="title"/>
          </p:nvPr>
        </p:nvSpPr>
        <p:spPr>
          <a:xfrm>
            <a:off x="720000" y="2344400"/>
            <a:ext cx="77040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Monitoring Sensors</a:t>
            </a:r>
            <a:endParaRPr/>
          </a:p>
        </p:txBody>
      </p:sp>
      <p:sp>
        <p:nvSpPr>
          <p:cNvPr id="703" name="Google Shape;703;g1bbaa8f0957_2_169"/>
          <p:cNvSpPr txBox="1"/>
          <p:nvPr>
            <p:ph idx="2" type="title"/>
          </p:nvPr>
        </p:nvSpPr>
        <p:spPr>
          <a:xfrm>
            <a:off x="2644125" y="1842975"/>
            <a:ext cx="31509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218f467fd32_0_196"/>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200"/>
              <a:t>Monitoring Sensors</a:t>
            </a:r>
            <a:endParaRPr sz="3200"/>
          </a:p>
        </p:txBody>
      </p:sp>
      <p:pic>
        <p:nvPicPr>
          <p:cNvPr id="709" name="Google Shape;709;g218f467fd32_0_196"/>
          <p:cNvPicPr preferRelativeResize="0"/>
          <p:nvPr/>
        </p:nvPicPr>
        <p:blipFill rotWithShape="1">
          <a:blip r:embed="rId3">
            <a:alphaModFix/>
          </a:blip>
          <a:srcRect b="0" l="0" r="0" t="0"/>
          <a:stretch/>
        </p:blipFill>
        <p:spPr>
          <a:xfrm>
            <a:off x="152400" y="1322525"/>
            <a:ext cx="8839204" cy="351755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g1bbaa8f0957_2_190"/>
          <p:cNvSpPr txBox="1"/>
          <p:nvPr>
            <p:ph type="title"/>
          </p:nvPr>
        </p:nvSpPr>
        <p:spPr>
          <a:xfrm>
            <a:off x="719950" y="443813"/>
            <a:ext cx="7704000" cy="478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200">
                <a:latin typeface="Arial"/>
                <a:ea typeface="Arial"/>
                <a:cs typeface="Arial"/>
                <a:sym typeface="Arial"/>
              </a:rPr>
              <a:t>pH Sensor</a:t>
            </a:r>
            <a:endParaRPr sz="3000">
              <a:latin typeface="Arial"/>
              <a:ea typeface="Arial"/>
              <a:cs typeface="Arial"/>
              <a:sym typeface="Arial"/>
            </a:endParaRPr>
          </a:p>
        </p:txBody>
      </p:sp>
      <p:grpSp>
        <p:nvGrpSpPr>
          <p:cNvPr id="715" name="Google Shape;715;g1bbaa8f0957_2_190"/>
          <p:cNvGrpSpPr/>
          <p:nvPr/>
        </p:nvGrpSpPr>
        <p:grpSpPr>
          <a:xfrm>
            <a:off x="67028" y="1170546"/>
            <a:ext cx="8919880" cy="3207096"/>
            <a:chOff x="67028" y="247982"/>
            <a:chExt cx="8919880" cy="3207096"/>
          </a:xfrm>
        </p:grpSpPr>
        <p:sp>
          <p:nvSpPr>
            <p:cNvPr id="716" name="Google Shape;716;g1bbaa8f0957_2_190"/>
            <p:cNvSpPr/>
            <p:nvPr/>
          </p:nvSpPr>
          <p:spPr>
            <a:xfrm>
              <a:off x="67028" y="385461"/>
              <a:ext cx="2800200" cy="2390100"/>
            </a:xfrm>
            <a:prstGeom prst="rect">
              <a:avLst/>
            </a:prstGeom>
            <a:blipFill rotWithShape="1">
              <a:blip r:embed="rId3">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g1bbaa8f0957_2_190"/>
            <p:cNvSpPr/>
            <p:nvPr/>
          </p:nvSpPr>
          <p:spPr>
            <a:xfrm>
              <a:off x="253945" y="2614995"/>
              <a:ext cx="2492100" cy="784200"/>
            </a:xfrm>
            <a:prstGeom prst="wedgeRectCallout">
              <a:avLst>
                <a:gd fmla="val 20250" name="adj1"/>
                <a:gd fmla="val -60700" name="adj2"/>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g1bbaa8f0957_2_190"/>
            <p:cNvSpPr txBox="1"/>
            <p:nvPr/>
          </p:nvSpPr>
          <p:spPr>
            <a:xfrm>
              <a:off x="253945" y="2614995"/>
              <a:ext cx="2492100" cy="784200"/>
            </a:xfrm>
            <a:prstGeom prst="rect">
              <a:avLst/>
            </a:prstGeom>
            <a:noFill/>
            <a:ln>
              <a:noFill/>
            </a:ln>
          </p:spPr>
          <p:txBody>
            <a:bodyPr anchorCtr="0" anchor="t" bIns="38100" lIns="38100" spcFirstLastPara="1" rIns="38100" wrap="square" tIns="38100">
              <a:noAutofit/>
            </a:bodyPr>
            <a:lstStyle/>
            <a:p>
              <a:pPr indent="0" lvl="0" marL="0" marR="0" rtl="0" algn="l">
                <a:lnSpc>
                  <a:spcPct val="90000"/>
                </a:lnSpc>
                <a:spcBef>
                  <a:spcPts val="0"/>
                </a:spcBef>
                <a:spcAft>
                  <a:spcPts val="0"/>
                </a:spcAft>
                <a:buClr>
                  <a:srgbClr val="000000"/>
                </a:buClr>
                <a:buSzPts val="1000"/>
                <a:buFont typeface="Arial"/>
                <a:buNone/>
              </a:pPr>
              <a:r>
                <a:rPr b="0" i="0" lang="en" sz="1000" u="none" cap="none" strike="noStrike">
                  <a:solidFill>
                    <a:schemeClr val="lt1"/>
                  </a:solidFill>
                  <a:latin typeface="Arial"/>
                  <a:ea typeface="Arial"/>
                  <a:cs typeface="Arial"/>
                  <a:sym typeface="Arial"/>
                </a:rPr>
                <a:t>Role</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350"/>
                </a:spcBef>
                <a:spcAft>
                  <a:spcPts val="0"/>
                </a:spcAft>
                <a:buClr>
                  <a:srgbClr val="000000"/>
                </a:buClr>
                <a:buSzPts val="800"/>
                <a:buFont typeface="Arial"/>
                <a:buChar char="•"/>
              </a:pPr>
              <a:r>
                <a:rPr b="0" i="0" lang="en" sz="800" u="none" cap="none" strike="noStrike">
                  <a:solidFill>
                    <a:schemeClr val="lt1"/>
                  </a:solidFill>
                  <a:latin typeface="Arial"/>
                  <a:ea typeface="Arial"/>
                  <a:cs typeface="Arial"/>
                  <a:sym typeface="Arial"/>
                </a:rPr>
                <a:t>A pH sensor measures the acidity or alkalinity of the water with a value between 0-14.</a:t>
              </a:r>
              <a:endParaRPr b="0" i="0" sz="800" u="none" cap="none" strike="noStrike">
                <a:solidFill>
                  <a:schemeClr val="lt1"/>
                </a:solidFill>
                <a:latin typeface="Arial"/>
                <a:ea typeface="Arial"/>
                <a:cs typeface="Arial"/>
                <a:sym typeface="Arial"/>
              </a:endParaRPr>
            </a:p>
          </p:txBody>
        </p:sp>
        <p:sp>
          <p:nvSpPr>
            <p:cNvPr id="719" name="Google Shape;719;g1bbaa8f0957_2_190"/>
            <p:cNvSpPr/>
            <p:nvPr/>
          </p:nvSpPr>
          <p:spPr>
            <a:xfrm>
              <a:off x="3106695" y="247982"/>
              <a:ext cx="2800200" cy="2240100"/>
            </a:xfrm>
            <a:prstGeom prst="rect">
              <a:avLst/>
            </a:prstGeom>
            <a:blipFill rotWithShape="1">
              <a:blip r:embed="rId4">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g1bbaa8f0957_2_190"/>
            <p:cNvSpPr/>
            <p:nvPr/>
          </p:nvSpPr>
          <p:spPr>
            <a:xfrm>
              <a:off x="3245592" y="2525978"/>
              <a:ext cx="2652600" cy="929100"/>
            </a:xfrm>
            <a:prstGeom prst="wedgeRectCallout">
              <a:avLst>
                <a:gd fmla="val 20250" name="adj1"/>
                <a:gd fmla="val -60700" name="adj2"/>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g1bbaa8f0957_2_190"/>
            <p:cNvSpPr txBox="1"/>
            <p:nvPr/>
          </p:nvSpPr>
          <p:spPr>
            <a:xfrm>
              <a:off x="3245592" y="2525978"/>
              <a:ext cx="2652600" cy="929100"/>
            </a:xfrm>
            <a:prstGeom prst="rect">
              <a:avLst/>
            </a:prstGeom>
            <a:noFill/>
            <a:ln>
              <a:noFill/>
            </a:ln>
          </p:spPr>
          <p:txBody>
            <a:bodyPr anchorCtr="0" anchor="t" bIns="38100" lIns="38100" spcFirstLastPara="1" rIns="38100" wrap="square" tIns="38100">
              <a:noAutofit/>
            </a:bodyPr>
            <a:lstStyle/>
            <a:p>
              <a:pPr indent="0" lvl="0" marL="0" marR="0" rtl="0" algn="l">
                <a:lnSpc>
                  <a:spcPct val="90000"/>
                </a:lnSpc>
                <a:spcBef>
                  <a:spcPts val="0"/>
                </a:spcBef>
                <a:spcAft>
                  <a:spcPts val="0"/>
                </a:spcAft>
                <a:buClr>
                  <a:srgbClr val="000000"/>
                </a:buClr>
                <a:buSzPts val="1000"/>
                <a:buFont typeface="Arial"/>
                <a:buNone/>
              </a:pPr>
              <a:r>
                <a:rPr b="0" i="0" lang="en" sz="1000" u="none" cap="none" strike="noStrike">
                  <a:solidFill>
                    <a:schemeClr val="lt1"/>
                  </a:solidFill>
                  <a:latin typeface="Arial"/>
                  <a:ea typeface="Arial"/>
                  <a:cs typeface="Arial"/>
                  <a:sym typeface="Arial"/>
                </a:rPr>
                <a:t>How it works?</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350"/>
                </a:spcBef>
                <a:spcAft>
                  <a:spcPts val="0"/>
                </a:spcAft>
                <a:buClr>
                  <a:srgbClr val="000000"/>
                </a:buClr>
                <a:buSzPts val="800"/>
                <a:buFont typeface="Arial"/>
                <a:buChar char="•"/>
              </a:pPr>
              <a:r>
                <a:rPr b="0" i="0" lang="en" sz="800" u="none" cap="none" strike="noStrike">
                  <a:solidFill>
                    <a:schemeClr val="lt1"/>
                  </a:solidFill>
                  <a:latin typeface="Arial"/>
                  <a:ea typeface="Arial"/>
                  <a:cs typeface="Arial"/>
                  <a:sym typeface="Arial"/>
                </a:rPr>
                <a:t>pH probes contain two electrodes (a sensor electrode and a reference electrode) that measure the hydrogen-ion activity in a solution. The exchange of ions generates a voltage that is measured by the pH meter converting the voltage into a readable pH value. </a:t>
              </a:r>
              <a:endParaRPr b="0" i="0" sz="800" u="none" cap="none" strike="noStrike">
                <a:solidFill>
                  <a:schemeClr val="lt1"/>
                </a:solidFill>
                <a:latin typeface="Arial"/>
                <a:ea typeface="Arial"/>
                <a:cs typeface="Arial"/>
                <a:sym typeface="Arial"/>
              </a:endParaRPr>
            </a:p>
          </p:txBody>
        </p:sp>
        <p:sp>
          <p:nvSpPr>
            <p:cNvPr id="722" name="Google Shape;722;g1bbaa8f0957_2_190"/>
            <p:cNvSpPr/>
            <p:nvPr/>
          </p:nvSpPr>
          <p:spPr>
            <a:xfrm>
              <a:off x="6186708" y="561316"/>
              <a:ext cx="2800200" cy="2240100"/>
            </a:xfrm>
            <a:prstGeom prst="rect">
              <a:avLst/>
            </a:prstGeom>
            <a:blipFill rotWithShape="1">
              <a:blip r:embed="rId5">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g1bbaa8f0957_2_190"/>
            <p:cNvSpPr/>
            <p:nvPr/>
          </p:nvSpPr>
          <p:spPr>
            <a:xfrm>
              <a:off x="6283615" y="2585656"/>
              <a:ext cx="2492100" cy="784200"/>
            </a:xfrm>
            <a:prstGeom prst="wedgeRectCallout">
              <a:avLst>
                <a:gd fmla="val 20250" name="adj1"/>
                <a:gd fmla="val -60700" name="adj2"/>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g1bbaa8f0957_2_190"/>
            <p:cNvSpPr txBox="1"/>
            <p:nvPr/>
          </p:nvSpPr>
          <p:spPr>
            <a:xfrm>
              <a:off x="6283615" y="2585656"/>
              <a:ext cx="2492100" cy="784200"/>
            </a:xfrm>
            <a:prstGeom prst="rect">
              <a:avLst/>
            </a:prstGeom>
            <a:noFill/>
            <a:ln>
              <a:noFill/>
            </a:ln>
          </p:spPr>
          <p:txBody>
            <a:bodyPr anchorCtr="0" anchor="t" bIns="38100" lIns="38100" spcFirstLastPara="1" rIns="38100" wrap="square" tIns="38100">
              <a:noAutofit/>
            </a:bodyPr>
            <a:lstStyle/>
            <a:p>
              <a:pPr indent="0" lvl="0" marL="0" marR="0" rtl="0" algn="l">
                <a:lnSpc>
                  <a:spcPct val="90000"/>
                </a:lnSpc>
                <a:spcBef>
                  <a:spcPts val="0"/>
                </a:spcBef>
                <a:spcAft>
                  <a:spcPts val="0"/>
                </a:spcAft>
                <a:buClr>
                  <a:srgbClr val="000000"/>
                </a:buClr>
                <a:buSzPts val="1000"/>
                <a:buFont typeface="Arial"/>
                <a:buNone/>
              </a:pPr>
              <a:r>
                <a:rPr b="0" i="0" lang="en" sz="1000" u="none" cap="none" strike="noStrike">
                  <a:solidFill>
                    <a:schemeClr val="lt1"/>
                  </a:solidFill>
                  <a:latin typeface="Arial"/>
                  <a:ea typeface="Arial"/>
                  <a:cs typeface="Arial"/>
                  <a:sym typeface="Arial"/>
                </a:rPr>
                <a:t>pH Scale </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350"/>
                </a:spcBef>
                <a:spcAft>
                  <a:spcPts val="0"/>
                </a:spcAft>
                <a:buClr>
                  <a:srgbClr val="000000"/>
                </a:buClr>
                <a:buSzPts val="800"/>
                <a:buFont typeface="Arial"/>
                <a:buChar char="•"/>
              </a:pPr>
              <a:r>
                <a:rPr b="0" i="0" lang="en" sz="800" u="none" cap="none" strike="noStrike">
                  <a:solidFill>
                    <a:schemeClr val="lt1"/>
                  </a:solidFill>
                  <a:latin typeface="Arial"/>
                  <a:ea typeface="Arial"/>
                  <a:cs typeface="Arial"/>
                  <a:sym typeface="Arial"/>
                </a:rPr>
                <a:t>The range goes from 0 - 14, with 7 being neutral. pH of less than 7 indicate acidity, whereas a pH of greater than 7 indicates a base.</a:t>
              </a:r>
              <a:endParaRPr b="0" i="0" sz="800" u="none" cap="none" strike="noStrike">
                <a:solidFill>
                  <a:schemeClr val="lt1"/>
                </a:solidFill>
                <a:latin typeface="Arial"/>
                <a:ea typeface="Arial"/>
                <a:cs typeface="Arial"/>
                <a:sym typeface="Arial"/>
              </a:endParaRPr>
            </a:p>
            <a:p>
              <a:pPr indent="-57150" lvl="1" marL="57150" marR="0" rtl="0" algn="l">
                <a:lnSpc>
                  <a:spcPct val="90000"/>
                </a:lnSpc>
                <a:spcBef>
                  <a:spcPts val="120"/>
                </a:spcBef>
                <a:spcAft>
                  <a:spcPts val="0"/>
                </a:spcAft>
                <a:buClr>
                  <a:srgbClr val="000000"/>
                </a:buClr>
                <a:buSzPts val="800"/>
                <a:buFont typeface="Arial"/>
                <a:buChar char="•"/>
              </a:pPr>
              <a:r>
                <a:rPr b="0" i="0" lang="en" sz="800" u="none" cap="none" strike="noStrike">
                  <a:solidFill>
                    <a:schemeClr val="lt1"/>
                  </a:solidFill>
                  <a:latin typeface="Arial"/>
                  <a:ea typeface="Arial"/>
                  <a:cs typeface="Arial"/>
                  <a:sym typeface="Arial"/>
                </a:rPr>
                <a:t>Drinking water pH value is between </a:t>
              </a:r>
              <a:r>
                <a:rPr b="1" i="0" lang="en" sz="800" u="none" cap="none" strike="noStrike">
                  <a:solidFill>
                    <a:srgbClr val="FF0000"/>
                  </a:solidFill>
                  <a:latin typeface="Arial"/>
                  <a:ea typeface="Arial"/>
                  <a:cs typeface="Arial"/>
                  <a:sym typeface="Arial"/>
                </a:rPr>
                <a:t>6.5- 8.5</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1bbaa8f0957_2_204"/>
          <p:cNvSpPr txBox="1"/>
          <p:nvPr>
            <p:ph type="title"/>
          </p:nvPr>
        </p:nvSpPr>
        <p:spPr>
          <a:xfrm>
            <a:off x="719950" y="443813"/>
            <a:ext cx="7704000" cy="478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200">
                <a:latin typeface="Arial"/>
                <a:ea typeface="Arial"/>
                <a:cs typeface="Arial"/>
                <a:sym typeface="Arial"/>
              </a:rPr>
              <a:t>TDS Sensor</a:t>
            </a:r>
            <a:endParaRPr sz="3000">
              <a:latin typeface="Arial"/>
              <a:ea typeface="Arial"/>
              <a:cs typeface="Arial"/>
              <a:sym typeface="Arial"/>
            </a:endParaRPr>
          </a:p>
        </p:txBody>
      </p:sp>
      <p:grpSp>
        <p:nvGrpSpPr>
          <p:cNvPr id="730" name="Google Shape;730;g1bbaa8f0957_2_204"/>
          <p:cNvGrpSpPr/>
          <p:nvPr/>
        </p:nvGrpSpPr>
        <p:grpSpPr>
          <a:xfrm>
            <a:off x="658" y="1208064"/>
            <a:ext cx="8894811" cy="3192938"/>
            <a:chOff x="658" y="285500"/>
            <a:chExt cx="8894811" cy="3192938"/>
          </a:xfrm>
        </p:grpSpPr>
        <p:sp>
          <p:nvSpPr>
            <p:cNvPr id="731" name="Google Shape;731;g1bbaa8f0957_2_204"/>
            <p:cNvSpPr/>
            <p:nvPr/>
          </p:nvSpPr>
          <p:spPr>
            <a:xfrm>
              <a:off x="134133" y="617016"/>
              <a:ext cx="2297400" cy="1850100"/>
            </a:xfrm>
            <a:prstGeom prst="rect">
              <a:avLst/>
            </a:prstGeom>
            <a:blipFill rotWithShape="1">
              <a:blip r:embed="rId3">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g1bbaa8f0957_2_204"/>
            <p:cNvSpPr/>
            <p:nvPr/>
          </p:nvSpPr>
          <p:spPr>
            <a:xfrm>
              <a:off x="658" y="2480859"/>
              <a:ext cx="2531400" cy="796500"/>
            </a:xfrm>
            <a:prstGeom prst="wedgeRectCallout">
              <a:avLst>
                <a:gd fmla="val 20250" name="adj1"/>
                <a:gd fmla="val -60700" name="adj2"/>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g1bbaa8f0957_2_204"/>
            <p:cNvSpPr txBox="1"/>
            <p:nvPr/>
          </p:nvSpPr>
          <p:spPr>
            <a:xfrm>
              <a:off x="658" y="2480859"/>
              <a:ext cx="2531400" cy="796500"/>
            </a:xfrm>
            <a:prstGeom prst="rect">
              <a:avLst/>
            </a:prstGeom>
            <a:noFill/>
            <a:ln>
              <a:noFill/>
            </a:ln>
          </p:spPr>
          <p:txBody>
            <a:bodyPr anchorCtr="0" anchor="t" bIns="34275" lIns="34275" spcFirstLastPara="1" rIns="34275" wrap="square" tIns="34275">
              <a:noAutofit/>
            </a:bodyPr>
            <a:lstStyle/>
            <a:p>
              <a:pPr indent="0" lvl="0" marL="0" marR="0" rtl="0" algn="l">
                <a:lnSpc>
                  <a:spcPct val="90000"/>
                </a:lnSpc>
                <a:spcBef>
                  <a:spcPts val="0"/>
                </a:spcBef>
                <a:spcAft>
                  <a:spcPts val="0"/>
                </a:spcAft>
                <a:buClr>
                  <a:srgbClr val="000000"/>
                </a:buClr>
                <a:buSzPts val="900"/>
                <a:buFont typeface="Arial"/>
                <a:buNone/>
              </a:pPr>
              <a:r>
                <a:rPr b="0" i="0" lang="en" sz="900" u="none" cap="none" strike="noStrike">
                  <a:solidFill>
                    <a:schemeClr val="lt1"/>
                  </a:solidFill>
                  <a:latin typeface="Arial"/>
                  <a:ea typeface="Arial"/>
                  <a:cs typeface="Arial"/>
                  <a:sym typeface="Arial"/>
                </a:rPr>
                <a:t>Role</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31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TDS (Total Dissolved Solids) indicates how many milligrams of soluble solids are dissolved in one liter of water. In general, the higher the TDS value, the more soluble solids are dissolved in water, and the less clean the water is.</a:t>
              </a:r>
              <a:endParaRPr b="0" i="0" sz="700" u="none" cap="none" strike="noStrike">
                <a:solidFill>
                  <a:schemeClr val="lt1"/>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Milligram/ liter is known as Part Per Million ppm.</a:t>
              </a:r>
              <a:endParaRPr b="0" i="0" sz="1400" u="none" cap="none" strike="noStrike">
                <a:solidFill>
                  <a:srgbClr val="000000"/>
                </a:solidFill>
                <a:latin typeface="Arial"/>
                <a:ea typeface="Arial"/>
                <a:cs typeface="Arial"/>
                <a:sym typeface="Arial"/>
              </a:endParaRPr>
            </a:p>
          </p:txBody>
        </p:sp>
        <p:sp>
          <p:nvSpPr>
            <p:cNvPr id="734" name="Google Shape;734;g1bbaa8f0957_2_204"/>
            <p:cNvSpPr/>
            <p:nvPr/>
          </p:nvSpPr>
          <p:spPr>
            <a:xfrm>
              <a:off x="2948123" y="285500"/>
              <a:ext cx="2844000" cy="2274300"/>
            </a:xfrm>
            <a:prstGeom prst="rect">
              <a:avLst/>
            </a:prstGeom>
            <a:blipFill rotWithShape="1">
              <a:blip r:embed="rId4">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g1bbaa8f0957_2_204"/>
            <p:cNvSpPr/>
            <p:nvPr/>
          </p:nvSpPr>
          <p:spPr>
            <a:xfrm>
              <a:off x="2982314" y="2534571"/>
              <a:ext cx="2694300" cy="943500"/>
            </a:xfrm>
            <a:prstGeom prst="wedgeRectCallout">
              <a:avLst>
                <a:gd fmla="val 20250" name="adj1"/>
                <a:gd fmla="val -60700" name="adj2"/>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g1bbaa8f0957_2_204"/>
            <p:cNvSpPr txBox="1"/>
            <p:nvPr/>
          </p:nvSpPr>
          <p:spPr>
            <a:xfrm>
              <a:off x="2982314" y="2534571"/>
              <a:ext cx="2694300" cy="943500"/>
            </a:xfrm>
            <a:prstGeom prst="rect">
              <a:avLst/>
            </a:prstGeom>
            <a:noFill/>
            <a:ln>
              <a:noFill/>
            </a:ln>
          </p:spPr>
          <p:txBody>
            <a:bodyPr anchorCtr="0" anchor="t" bIns="34275" lIns="34275" spcFirstLastPara="1" rIns="34275" wrap="square" tIns="34275">
              <a:noAutofit/>
            </a:bodyPr>
            <a:lstStyle/>
            <a:p>
              <a:pPr indent="0" lvl="0" marL="0" marR="0" rtl="0" algn="l">
                <a:lnSpc>
                  <a:spcPct val="90000"/>
                </a:lnSpc>
                <a:spcBef>
                  <a:spcPts val="0"/>
                </a:spcBef>
                <a:spcAft>
                  <a:spcPts val="0"/>
                </a:spcAft>
                <a:buClr>
                  <a:srgbClr val="000000"/>
                </a:buClr>
                <a:buSzPts val="900"/>
                <a:buFont typeface="Arial"/>
                <a:buNone/>
              </a:pPr>
              <a:r>
                <a:rPr b="0" i="0" lang="en" sz="900" u="none" cap="none" strike="noStrike">
                  <a:solidFill>
                    <a:schemeClr val="lt1"/>
                  </a:solidFill>
                  <a:latin typeface="Arial"/>
                  <a:ea typeface="Arial"/>
                  <a:cs typeface="Arial"/>
                  <a:sym typeface="Arial"/>
                </a:rPr>
                <a:t>How it works?</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31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A TDS meter is basically an electrical charge meter which have two electrodes.</a:t>
              </a:r>
              <a:endParaRPr b="0" i="0" sz="700" u="none" cap="none" strike="noStrike">
                <a:solidFill>
                  <a:schemeClr val="lt1"/>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If the water contains no soluble materials and is pure, it will not conduct a charge and will have a 0-ppm.</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If the water is full of dissolved materials, it will conduct a charge, with the resulting ppm will be proportional to the number of dissolved solids.</a:t>
              </a:r>
              <a:endParaRPr b="0" i="0" sz="1400" u="none" cap="none" strike="noStrike">
                <a:solidFill>
                  <a:srgbClr val="000000"/>
                </a:solidFill>
                <a:latin typeface="Arial"/>
                <a:ea typeface="Arial"/>
                <a:cs typeface="Arial"/>
                <a:sym typeface="Arial"/>
              </a:endParaRPr>
            </a:p>
          </p:txBody>
        </p:sp>
        <p:sp>
          <p:nvSpPr>
            <p:cNvPr id="737" name="Google Shape;737;g1bbaa8f0957_2_204"/>
            <p:cNvSpPr/>
            <p:nvPr/>
          </p:nvSpPr>
          <p:spPr>
            <a:xfrm>
              <a:off x="5980223" y="401376"/>
              <a:ext cx="2844000" cy="2275200"/>
            </a:xfrm>
            <a:prstGeom prst="rect">
              <a:avLst/>
            </a:prstGeom>
            <a:blipFill rotWithShape="1">
              <a:blip r:embed="rId5">
                <a:alphaModFix/>
              </a:blip>
              <a:stretch>
                <a:fillRect b="0" l="-994" r="-994"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g1bbaa8f0957_2_204"/>
            <p:cNvSpPr/>
            <p:nvPr/>
          </p:nvSpPr>
          <p:spPr>
            <a:xfrm>
              <a:off x="5901169" y="2685838"/>
              <a:ext cx="2994300" cy="792600"/>
            </a:xfrm>
            <a:prstGeom prst="wedgeRectCallout">
              <a:avLst>
                <a:gd fmla="val 20250" name="adj1"/>
                <a:gd fmla="val -60700" name="adj2"/>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g1bbaa8f0957_2_204"/>
            <p:cNvSpPr txBox="1"/>
            <p:nvPr/>
          </p:nvSpPr>
          <p:spPr>
            <a:xfrm>
              <a:off x="5901169" y="2685838"/>
              <a:ext cx="2994300" cy="792600"/>
            </a:xfrm>
            <a:prstGeom prst="rect">
              <a:avLst/>
            </a:prstGeom>
            <a:noFill/>
            <a:ln>
              <a:noFill/>
            </a:ln>
          </p:spPr>
          <p:txBody>
            <a:bodyPr anchorCtr="0" anchor="t" bIns="34275" lIns="34275" spcFirstLastPara="1" rIns="34275" wrap="square" tIns="34275">
              <a:noAutofit/>
            </a:bodyPr>
            <a:lstStyle/>
            <a:p>
              <a:pPr indent="0" lvl="0" marL="0" marR="0" rtl="0" algn="l">
                <a:lnSpc>
                  <a:spcPct val="90000"/>
                </a:lnSpc>
                <a:spcBef>
                  <a:spcPts val="0"/>
                </a:spcBef>
                <a:spcAft>
                  <a:spcPts val="0"/>
                </a:spcAft>
                <a:buClr>
                  <a:srgbClr val="000000"/>
                </a:buClr>
                <a:buSzPts val="900"/>
                <a:buFont typeface="Arial"/>
                <a:buNone/>
              </a:pPr>
              <a:r>
                <a:rPr b="0" i="0" lang="en" sz="900" u="none" cap="none" strike="noStrike">
                  <a:solidFill>
                    <a:schemeClr val="lt1"/>
                  </a:solidFill>
                  <a:latin typeface="Arial"/>
                  <a:ea typeface="Arial"/>
                  <a:cs typeface="Arial"/>
                  <a:sym typeface="Arial"/>
                </a:rPr>
                <a:t>TDS in PPM Scale </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31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TDS is measured as a volume of water with the unit ppm. According to the EPA secondary drinking water regulations</a:t>
              </a:r>
              <a:endParaRPr b="0" i="0" sz="700" u="none" cap="none" strike="noStrike">
                <a:solidFill>
                  <a:schemeClr val="lt1"/>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Ideal Drinking water has 0 ppm, </a:t>
              </a:r>
              <a:r>
                <a:rPr b="1" i="0" lang="en" sz="700" u="none" cap="none" strike="noStrike">
                  <a:solidFill>
                    <a:srgbClr val="FF0000"/>
                  </a:solidFill>
                  <a:latin typeface="Arial"/>
                  <a:ea typeface="Arial"/>
                  <a:cs typeface="Arial"/>
                  <a:sym typeface="Arial"/>
                </a:rPr>
                <a:t>500 ppm</a:t>
              </a:r>
              <a:r>
                <a:rPr b="0" i="0" lang="en" sz="700" u="none" cap="none" strike="noStrike">
                  <a:solidFill>
                    <a:schemeClr val="lt1"/>
                  </a:solidFill>
                  <a:latin typeface="Arial"/>
                  <a:ea typeface="Arial"/>
                  <a:cs typeface="Arial"/>
                  <a:sym typeface="Arial"/>
                </a:rPr>
                <a:t> is contamination lever above it water isn’t drinkable. </a:t>
              </a:r>
              <a:endParaRPr b="0" i="0" sz="700" u="none" cap="none" strike="noStrike">
                <a:solidFill>
                  <a:schemeClr val="lt1"/>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Average tap water has 100-400 ppm</a:t>
              </a:r>
              <a:endParaRPr b="0" i="0" sz="700" u="none" cap="none" strike="noStrike">
                <a:solidFill>
                  <a:schemeClr val="lt1"/>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g1bbaa8f0957_2_218"/>
          <p:cNvSpPr txBox="1"/>
          <p:nvPr>
            <p:ph type="title"/>
          </p:nvPr>
        </p:nvSpPr>
        <p:spPr>
          <a:xfrm>
            <a:off x="364350" y="443813"/>
            <a:ext cx="7704000" cy="478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200">
                <a:latin typeface="Arial"/>
                <a:ea typeface="Arial"/>
                <a:cs typeface="Arial"/>
                <a:sym typeface="Arial"/>
              </a:rPr>
              <a:t>Turbidity Sensor</a:t>
            </a:r>
            <a:endParaRPr sz="3000">
              <a:latin typeface="Arial"/>
              <a:ea typeface="Arial"/>
              <a:cs typeface="Arial"/>
              <a:sym typeface="Arial"/>
            </a:endParaRPr>
          </a:p>
        </p:txBody>
      </p:sp>
      <p:grpSp>
        <p:nvGrpSpPr>
          <p:cNvPr id="745" name="Google Shape;745;g1bbaa8f0957_2_218"/>
          <p:cNvGrpSpPr/>
          <p:nvPr/>
        </p:nvGrpSpPr>
        <p:grpSpPr>
          <a:xfrm>
            <a:off x="67289" y="1134183"/>
            <a:ext cx="8810156" cy="3280725"/>
            <a:chOff x="67289" y="211619"/>
            <a:chExt cx="8810156" cy="3280725"/>
          </a:xfrm>
        </p:grpSpPr>
        <p:sp>
          <p:nvSpPr>
            <p:cNvPr id="746" name="Google Shape;746;g1bbaa8f0957_2_218"/>
            <p:cNvSpPr/>
            <p:nvPr/>
          </p:nvSpPr>
          <p:spPr>
            <a:xfrm>
              <a:off x="67289" y="392872"/>
              <a:ext cx="2787000" cy="2379000"/>
            </a:xfrm>
            <a:prstGeom prst="rect">
              <a:avLst/>
            </a:prstGeom>
            <a:blipFill rotWithShape="1">
              <a:blip r:embed="rId3">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g1bbaa8f0957_2_218"/>
            <p:cNvSpPr/>
            <p:nvPr/>
          </p:nvSpPr>
          <p:spPr>
            <a:xfrm>
              <a:off x="253327" y="2611921"/>
              <a:ext cx="2480400" cy="780300"/>
            </a:xfrm>
            <a:prstGeom prst="wedgeRectCallout">
              <a:avLst>
                <a:gd fmla="val 20250" name="adj1"/>
                <a:gd fmla="val -60700" name="adj2"/>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g1bbaa8f0957_2_218"/>
            <p:cNvSpPr txBox="1"/>
            <p:nvPr/>
          </p:nvSpPr>
          <p:spPr>
            <a:xfrm>
              <a:off x="253327" y="2611921"/>
              <a:ext cx="2480400" cy="780300"/>
            </a:xfrm>
            <a:prstGeom prst="rect">
              <a:avLst/>
            </a:prstGeom>
            <a:noFill/>
            <a:ln>
              <a:noFill/>
            </a:ln>
          </p:spPr>
          <p:txBody>
            <a:bodyPr anchorCtr="0" anchor="t" bIns="34275" lIns="34275" spcFirstLastPara="1" rIns="34275" wrap="square" tIns="34275">
              <a:noAutofit/>
            </a:bodyPr>
            <a:lstStyle/>
            <a:p>
              <a:pPr indent="0" lvl="0" marL="0" marR="0" rtl="0" algn="l">
                <a:lnSpc>
                  <a:spcPct val="90000"/>
                </a:lnSpc>
                <a:spcBef>
                  <a:spcPts val="0"/>
                </a:spcBef>
                <a:spcAft>
                  <a:spcPts val="0"/>
                </a:spcAft>
                <a:buClr>
                  <a:srgbClr val="000000"/>
                </a:buClr>
                <a:buSzPts val="900"/>
                <a:buFont typeface="Arial"/>
                <a:buNone/>
              </a:pPr>
              <a:r>
                <a:rPr b="0" i="0" lang="en" sz="900" u="none" cap="none" strike="noStrike">
                  <a:solidFill>
                    <a:schemeClr val="lt1"/>
                  </a:solidFill>
                  <a:latin typeface="Arial"/>
                  <a:ea typeface="Arial"/>
                  <a:cs typeface="Arial"/>
                  <a:sym typeface="Arial"/>
                </a:rPr>
                <a:t>Role</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31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The turbidity sensor detects water quality by measuring the levels of turbidity, or the opaqueness.</a:t>
              </a:r>
              <a:endParaRPr b="0" i="0" sz="700" u="none" cap="none" strike="noStrike">
                <a:solidFill>
                  <a:schemeClr val="lt1"/>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used to measure the turbidity of a fluid or the presence of suspended particles in water.</a:t>
              </a:r>
              <a:endParaRPr b="0" i="0" sz="700" u="none" cap="none" strike="noStrike">
                <a:solidFill>
                  <a:schemeClr val="lt1"/>
                </a:solidFill>
                <a:latin typeface="Arial"/>
                <a:ea typeface="Arial"/>
                <a:cs typeface="Arial"/>
                <a:sym typeface="Arial"/>
              </a:endParaRPr>
            </a:p>
          </p:txBody>
        </p:sp>
        <p:sp>
          <p:nvSpPr>
            <p:cNvPr id="749" name="Google Shape;749;g1bbaa8f0957_2_218"/>
            <p:cNvSpPr/>
            <p:nvPr/>
          </p:nvSpPr>
          <p:spPr>
            <a:xfrm>
              <a:off x="3092663" y="211619"/>
              <a:ext cx="2852400" cy="2407200"/>
            </a:xfrm>
            <a:prstGeom prst="rect">
              <a:avLst/>
            </a:prstGeom>
            <a:blipFill rotWithShape="1">
              <a:blip r:embed="rId4">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g1bbaa8f0957_2_218"/>
            <p:cNvSpPr/>
            <p:nvPr/>
          </p:nvSpPr>
          <p:spPr>
            <a:xfrm>
              <a:off x="3263530" y="2567744"/>
              <a:ext cx="2640300" cy="924600"/>
            </a:xfrm>
            <a:prstGeom prst="wedgeRectCallout">
              <a:avLst>
                <a:gd fmla="val 20250" name="adj1"/>
                <a:gd fmla="val -60700" name="adj2"/>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g1bbaa8f0957_2_218"/>
            <p:cNvSpPr txBox="1"/>
            <p:nvPr/>
          </p:nvSpPr>
          <p:spPr>
            <a:xfrm>
              <a:off x="3263530" y="2567744"/>
              <a:ext cx="2640300" cy="924600"/>
            </a:xfrm>
            <a:prstGeom prst="rect">
              <a:avLst/>
            </a:prstGeom>
            <a:noFill/>
            <a:ln>
              <a:noFill/>
            </a:ln>
          </p:spPr>
          <p:txBody>
            <a:bodyPr anchorCtr="0" anchor="t" bIns="34275" lIns="34275" spcFirstLastPara="1" rIns="34275" wrap="square" tIns="34275">
              <a:noAutofit/>
            </a:bodyPr>
            <a:lstStyle/>
            <a:p>
              <a:pPr indent="0" lvl="0" marL="0" marR="0" rtl="0" algn="l">
                <a:lnSpc>
                  <a:spcPct val="90000"/>
                </a:lnSpc>
                <a:spcBef>
                  <a:spcPts val="0"/>
                </a:spcBef>
                <a:spcAft>
                  <a:spcPts val="0"/>
                </a:spcAft>
                <a:buClr>
                  <a:srgbClr val="000000"/>
                </a:buClr>
                <a:buSzPts val="900"/>
                <a:buFont typeface="Arial"/>
                <a:buNone/>
              </a:pPr>
              <a:r>
                <a:rPr b="0" i="0" lang="en" sz="900" u="none" cap="none" strike="noStrike">
                  <a:solidFill>
                    <a:schemeClr val="lt1"/>
                  </a:solidFill>
                  <a:latin typeface="Arial"/>
                  <a:ea typeface="Arial"/>
                  <a:cs typeface="Arial"/>
                  <a:sym typeface="Arial"/>
                </a:rPr>
                <a:t>How it works?</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31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A turbidity probe works by sending a light beam into the water to be tested. This light will then be scattered by any suspended particles. A light detector is placed at a 90 degree angle to the light source, and detects the amount of light that is reflected back at it.</a:t>
              </a:r>
              <a:endParaRPr b="0" i="0" sz="700" u="none" cap="none" strike="noStrike">
                <a:solidFill>
                  <a:schemeClr val="lt1"/>
                </a:solidFill>
                <a:latin typeface="Arial"/>
                <a:ea typeface="Arial"/>
                <a:cs typeface="Arial"/>
                <a:sym typeface="Arial"/>
              </a:endParaRPr>
            </a:p>
          </p:txBody>
        </p:sp>
        <p:sp>
          <p:nvSpPr>
            <p:cNvPr id="752" name="Google Shape;752;g1bbaa8f0957_2_218"/>
            <p:cNvSpPr/>
            <p:nvPr/>
          </p:nvSpPr>
          <p:spPr>
            <a:xfrm>
              <a:off x="6090445" y="448167"/>
              <a:ext cx="2787000" cy="2229600"/>
            </a:xfrm>
            <a:prstGeom prst="rect">
              <a:avLst/>
            </a:prstGeom>
            <a:blipFill rotWithShape="1">
              <a:blip r:embed="rId5">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g1bbaa8f0957_2_218"/>
            <p:cNvSpPr/>
            <p:nvPr/>
          </p:nvSpPr>
          <p:spPr>
            <a:xfrm>
              <a:off x="6306649" y="2691576"/>
              <a:ext cx="2480400" cy="780300"/>
            </a:xfrm>
            <a:prstGeom prst="wedgeRectCallout">
              <a:avLst>
                <a:gd fmla="val 20250" name="adj1"/>
                <a:gd fmla="val -60700" name="adj2"/>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g1bbaa8f0957_2_218"/>
            <p:cNvSpPr txBox="1"/>
            <p:nvPr/>
          </p:nvSpPr>
          <p:spPr>
            <a:xfrm>
              <a:off x="6306649" y="2691576"/>
              <a:ext cx="2480400" cy="780300"/>
            </a:xfrm>
            <a:prstGeom prst="rect">
              <a:avLst/>
            </a:prstGeom>
            <a:noFill/>
            <a:ln>
              <a:noFill/>
            </a:ln>
          </p:spPr>
          <p:txBody>
            <a:bodyPr anchorCtr="0" anchor="t" bIns="34275" lIns="34275" spcFirstLastPara="1" rIns="34275" wrap="square" tIns="34275">
              <a:noAutofit/>
            </a:bodyPr>
            <a:lstStyle/>
            <a:p>
              <a:pPr indent="0" lvl="0" marL="0" marR="0" rtl="0" algn="l">
                <a:lnSpc>
                  <a:spcPct val="90000"/>
                </a:lnSpc>
                <a:spcBef>
                  <a:spcPts val="0"/>
                </a:spcBef>
                <a:spcAft>
                  <a:spcPts val="0"/>
                </a:spcAft>
                <a:buClr>
                  <a:srgbClr val="000000"/>
                </a:buClr>
                <a:buSzPts val="900"/>
                <a:buFont typeface="Arial"/>
                <a:buNone/>
              </a:pPr>
              <a:r>
                <a:rPr b="0" i="0" lang="en" sz="900" u="none" cap="none" strike="noStrike">
                  <a:solidFill>
                    <a:schemeClr val="lt1"/>
                  </a:solidFill>
                  <a:latin typeface="Arial"/>
                  <a:ea typeface="Arial"/>
                  <a:cs typeface="Arial"/>
                  <a:sym typeface="Arial"/>
                </a:rPr>
                <a:t>Turbidity NTU Scale </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31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NTU stands for Nephelometric Turbidity unit,.</a:t>
              </a:r>
              <a:endParaRPr b="0" i="0" sz="700" u="none" cap="none" strike="noStrike">
                <a:solidFill>
                  <a:schemeClr val="lt1"/>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Ideally Drinking water has &lt;1 NTU, </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Contamination lever is </a:t>
              </a:r>
              <a:r>
                <a:rPr b="1" i="0" lang="en" sz="700" u="none" cap="none" strike="noStrike">
                  <a:solidFill>
                    <a:srgbClr val="FF0000"/>
                  </a:solidFill>
                  <a:latin typeface="Arial"/>
                  <a:ea typeface="Arial"/>
                  <a:cs typeface="Arial"/>
                  <a:sym typeface="Arial"/>
                </a:rPr>
                <a:t>10 NTU</a:t>
              </a:r>
              <a:r>
                <a:rPr b="0" i="0" lang="en" sz="700" u="none" cap="none" strike="noStrike">
                  <a:solidFill>
                    <a:schemeClr val="lt1"/>
                  </a:solidFill>
                  <a:latin typeface="Arial"/>
                  <a:ea typeface="Arial"/>
                  <a:cs typeface="Arial"/>
                  <a:sym typeface="Arial"/>
                </a:rPr>
                <a:t>, if water exceeds that value it is undrinkable.</a:t>
              </a:r>
              <a:endParaRPr b="0" i="0" sz="1400" u="none" cap="none" strike="noStrike">
                <a:solidFill>
                  <a:srgbClr val="000000"/>
                </a:solidFill>
                <a:latin typeface="Arial"/>
                <a:ea typeface="Arial"/>
                <a:cs typeface="Arial"/>
                <a:sym typeface="Arial"/>
              </a:endParaRPr>
            </a:p>
            <a:p>
              <a:pPr indent="-12700" lvl="1" marL="57150" marR="0" rtl="0" algn="l">
                <a:lnSpc>
                  <a:spcPct val="90000"/>
                </a:lnSpc>
                <a:spcBef>
                  <a:spcPts val="105"/>
                </a:spcBef>
                <a:spcAft>
                  <a:spcPts val="0"/>
                </a:spcAft>
                <a:buClr>
                  <a:srgbClr val="000000"/>
                </a:buClr>
                <a:buSzPts val="700"/>
                <a:buFont typeface="Arial"/>
                <a:buNone/>
              </a:pPr>
              <a:r>
                <a:t/>
              </a:r>
              <a:endParaRPr b="0" i="0" sz="700" u="none" cap="none" strike="noStrike">
                <a:solidFill>
                  <a:schemeClr val="lt1"/>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218f467fd32_6_1"/>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200">
                <a:solidFill>
                  <a:srgbClr val="46A9E7"/>
                </a:solidFill>
                <a:latin typeface="Arial"/>
                <a:ea typeface="Arial"/>
                <a:cs typeface="Arial"/>
                <a:sym typeface="Arial"/>
              </a:rPr>
              <a:t>Water Temperature Sensor</a:t>
            </a:r>
            <a:endParaRPr sz="3200"/>
          </a:p>
        </p:txBody>
      </p:sp>
      <p:pic>
        <p:nvPicPr>
          <p:cNvPr id="760" name="Google Shape;760;g218f467fd32_6_1"/>
          <p:cNvPicPr preferRelativeResize="0"/>
          <p:nvPr/>
        </p:nvPicPr>
        <p:blipFill rotWithShape="1">
          <a:blip r:embed="rId3">
            <a:alphaModFix/>
          </a:blip>
          <a:srcRect b="0" l="0" r="0" t="0"/>
          <a:stretch/>
        </p:blipFill>
        <p:spPr>
          <a:xfrm>
            <a:off x="152400" y="1170125"/>
            <a:ext cx="8763590" cy="3820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1bbaa8f0957_2_246"/>
          <p:cNvSpPr txBox="1"/>
          <p:nvPr>
            <p:ph type="title"/>
          </p:nvPr>
        </p:nvSpPr>
        <p:spPr>
          <a:xfrm>
            <a:off x="122099" y="169281"/>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2400">
                <a:latin typeface="Arial"/>
                <a:ea typeface="Arial"/>
                <a:cs typeface="Arial"/>
                <a:sym typeface="Arial"/>
              </a:rPr>
              <a:t>Missing Sensors &amp; How to overcome them</a:t>
            </a:r>
            <a:endParaRPr sz="2400">
              <a:latin typeface="Arial"/>
              <a:ea typeface="Arial"/>
              <a:cs typeface="Arial"/>
              <a:sym typeface="Arial"/>
            </a:endParaRPr>
          </a:p>
        </p:txBody>
      </p:sp>
      <p:grpSp>
        <p:nvGrpSpPr>
          <p:cNvPr id="766" name="Google Shape;766;g1bbaa8f0957_2_246"/>
          <p:cNvGrpSpPr/>
          <p:nvPr/>
        </p:nvGrpSpPr>
        <p:grpSpPr>
          <a:xfrm>
            <a:off x="1527817" y="649224"/>
            <a:ext cx="6841500" cy="4306466"/>
            <a:chOff x="1003217" y="4415"/>
            <a:chExt cx="6841500" cy="4306466"/>
          </a:xfrm>
        </p:grpSpPr>
        <p:sp>
          <p:nvSpPr>
            <p:cNvPr id="767" name="Google Shape;767;g1bbaa8f0957_2_246"/>
            <p:cNvSpPr/>
            <p:nvPr/>
          </p:nvSpPr>
          <p:spPr>
            <a:xfrm>
              <a:off x="2336236" y="4415"/>
              <a:ext cx="4175400" cy="910200"/>
            </a:xfrm>
            <a:prstGeom prst="roundRect">
              <a:avLst>
                <a:gd fmla="val 10000" name="adj"/>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g1bbaa8f0957_2_246"/>
            <p:cNvSpPr txBox="1"/>
            <p:nvPr/>
          </p:nvSpPr>
          <p:spPr>
            <a:xfrm>
              <a:off x="2362891" y="31070"/>
              <a:ext cx="4122300" cy="8568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rgbClr val="000000"/>
                </a:buClr>
                <a:buSzPts val="2000"/>
                <a:buFont typeface="Arial"/>
                <a:buNone/>
              </a:pPr>
              <a:r>
                <a:rPr b="0" i="0" lang="en" sz="2000" u="none" cap="none" strike="noStrike">
                  <a:solidFill>
                    <a:schemeClr val="lt1"/>
                  </a:solidFill>
                  <a:latin typeface="Arial"/>
                  <a:ea typeface="Arial"/>
                  <a:cs typeface="Arial"/>
                  <a:sym typeface="Arial"/>
                </a:rPr>
                <a:t>Water Dissolved Oxygen Sensor</a:t>
              </a:r>
              <a:endParaRPr b="0" i="0" sz="1400" u="none" cap="none" strike="noStrike">
                <a:solidFill>
                  <a:srgbClr val="000000"/>
                </a:solidFill>
                <a:latin typeface="Arial"/>
                <a:ea typeface="Arial"/>
                <a:cs typeface="Arial"/>
                <a:sym typeface="Arial"/>
              </a:endParaRPr>
            </a:p>
          </p:txBody>
        </p:sp>
        <p:sp>
          <p:nvSpPr>
            <p:cNvPr id="769" name="Google Shape;769;g1bbaa8f0957_2_246"/>
            <p:cNvSpPr/>
            <p:nvPr/>
          </p:nvSpPr>
          <p:spPr>
            <a:xfrm rot="5400000">
              <a:off x="4192315" y="945518"/>
              <a:ext cx="463500" cy="555900"/>
            </a:xfrm>
            <a:prstGeom prst="rightArrow">
              <a:avLst>
                <a:gd fmla="val 60000" name="adj1"/>
                <a:gd fmla="val 50000" name="adj2"/>
              </a:avLst>
            </a:prstGeom>
            <a:solidFill>
              <a:srgbClr val="AFD1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g1bbaa8f0957_2_246"/>
            <p:cNvSpPr txBox="1"/>
            <p:nvPr/>
          </p:nvSpPr>
          <p:spPr>
            <a:xfrm>
              <a:off x="4257190" y="991718"/>
              <a:ext cx="333600" cy="324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771" name="Google Shape;771;g1bbaa8f0957_2_246"/>
            <p:cNvSpPr/>
            <p:nvPr/>
          </p:nvSpPr>
          <p:spPr>
            <a:xfrm>
              <a:off x="2603353" y="1532304"/>
              <a:ext cx="3641400" cy="925200"/>
            </a:xfrm>
            <a:prstGeom prst="roundRect">
              <a:avLst>
                <a:gd fmla="val 10000" name="adj"/>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g1bbaa8f0957_2_246"/>
            <p:cNvSpPr txBox="1"/>
            <p:nvPr/>
          </p:nvSpPr>
          <p:spPr>
            <a:xfrm>
              <a:off x="2630447" y="1559398"/>
              <a:ext cx="3587100" cy="8709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rgbClr val="000000"/>
                </a:buClr>
                <a:buSzPts val="2000"/>
                <a:buFont typeface="Arial"/>
                <a:buNone/>
              </a:pPr>
              <a:r>
                <a:rPr b="0" i="0" lang="en" sz="2000" u="none" cap="none" strike="noStrike">
                  <a:solidFill>
                    <a:schemeClr val="lt1"/>
                  </a:solidFill>
                  <a:latin typeface="Arial"/>
                  <a:ea typeface="Arial"/>
                  <a:cs typeface="Arial"/>
                  <a:sym typeface="Arial"/>
                </a:rPr>
                <a:t>Combination of TDS &amp; Water Temperature Readings</a:t>
              </a:r>
              <a:endParaRPr b="0" i="0" sz="1400" u="none" cap="none" strike="noStrike">
                <a:solidFill>
                  <a:srgbClr val="000000"/>
                </a:solidFill>
                <a:latin typeface="Arial"/>
                <a:ea typeface="Arial"/>
                <a:cs typeface="Arial"/>
                <a:sym typeface="Arial"/>
              </a:endParaRPr>
            </a:p>
          </p:txBody>
        </p:sp>
        <p:sp>
          <p:nvSpPr>
            <p:cNvPr id="773" name="Google Shape;773;g1bbaa8f0957_2_246"/>
            <p:cNvSpPr/>
            <p:nvPr/>
          </p:nvSpPr>
          <p:spPr>
            <a:xfrm rot="5400000">
              <a:off x="4192315" y="2488395"/>
              <a:ext cx="463500" cy="555900"/>
            </a:xfrm>
            <a:prstGeom prst="rightArrow">
              <a:avLst>
                <a:gd fmla="val 60000" name="adj1"/>
                <a:gd fmla="val 50000" name="adj2"/>
              </a:avLst>
            </a:prstGeom>
            <a:solidFill>
              <a:srgbClr val="AFD1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g1bbaa8f0957_2_246"/>
            <p:cNvSpPr txBox="1"/>
            <p:nvPr/>
          </p:nvSpPr>
          <p:spPr>
            <a:xfrm>
              <a:off x="4257190" y="2534595"/>
              <a:ext cx="333600" cy="324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775" name="Google Shape;775;g1bbaa8f0957_2_246"/>
            <p:cNvSpPr/>
            <p:nvPr/>
          </p:nvSpPr>
          <p:spPr>
            <a:xfrm>
              <a:off x="1003217" y="3075181"/>
              <a:ext cx="6841500" cy="1235700"/>
            </a:xfrm>
            <a:prstGeom prst="roundRect">
              <a:avLst>
                <a:gd fmla="val 10000" name="adj"/>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g1bbaa8f0957_2_246"/>
            <p:cNvSpPr txBox="1"/>
            <p:nvPr/>
          </p:nvSpPr>
          <p:spPr>
            <a:xfrm>
              <a:off x="1039407" y="3111371"/>
              <a:ext cx="6769200" cy="1163100"/>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1" i="0" lang="en" sz="2000" u="none" cap="none" strike="noStrike">
                  <a:solidFill>
                    <a:schemeClr val="lt1"/>
                  </a:solidFill>
                  <a:latin typeface="Arial"/>
                  <a:ea typeface="Arial"/>
                  <a:cs typeface="Arial"/>
                  <a:sym typeface="Arial"/>
                </a:rPr>
                <a:t>- </a:t>
              </a:r>
              <a:r>
                <a:rPr b="0" i="0" lang="en" sz="1400" u="none" cap="none" strike="noStrike">
                  <a:solidFill>
                    <a:schemeClr val="lt1"/>
                  </a:solidFill>
                  <a:latin typeface="Arial"/>
                  <a:ea typeface="Arial"/>
                  <a:cs typeface="Arial"/>
                  <a:sym typeface="Arial"/>
                </a:rPr>
                <a:t>As temperature decrease and TDS mg/L(ppm) value decrease the percentage of dissolved oxygen increase.</a:t>
              </a:r>
              <a:endParaRPr b="0" i="0" sz="1400" u="none" cap="none" strike="noStrike">
                <a:solidFill>
                  <a:schemeClr val="lt1"/>
                </a:solidFill>
                <a:latin typeface="Arial"/>
                <a:ea typeface="Arial"/>
                <a:cs typeface="Arial"/>
                <a:sym typeface="Arial"/>
              </a:endParaRPr>
            </a:p>
            <a:p>
              <a:pPr indent="0" lvl="0" marL="0" marR="0" rtl="0" algn="l">
                <a:lnSpc>
                  <a:spcPct val="90000"/>
                </a:lnSpc>
                <a:spcBef>
                  <a:spcPts val="70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t>
              </a:r>
              <a:r>
                <a:rPr b="1" i="0" lang="en" sz="1400" u="none" cap="none" strike="noStrike">
                  <a:solidFill>
                    <a:schemeClr val="lt1"/>
                  </a:solidFill>
                  <a:latin typeface="Arial"/>
                  <a:ea typeface="Arial"/>
                  <a:cs typeface="Arial"/>
                  <a:sym typeface="Arial"/>
                </a:rPr>
                <a:t> </a:t>
              </a:r>
              <a:r>
                <a:rPr b="0" i="0" lang="en" sz="1400" u="none" cap="none" strike="noStrike">
                  <a:solidFill>
                    <a:schemeClr val="lt1"/>
                  </a:solidFill>
                  <a:latin typeface="Arial"/>
                  <a:ea typeface="Arial"/>
                  <a:cs typeface="Arial"/>
                  <a:sym typeface="Arial"/>
                </a:rPr>
                <a:t>If TDS reading between 0-400 ppm &amp; temperature between 5ºC to 30 ºC  percentage of oxygen will be between 8 &amp; 15 mg/L.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490"/>
                </a:spcBef>
                <a:spcAft>
                  <a:spcPts val="0"/>
                </a:spcAft>
                <a:buClr>
                  <a:srgbClr val="000000"/>
                </a:buClr>
                <a:buSzPts val="2000"/>
                <a:buFont typeface="Arial"/>
                <a:buNone/>
              </a:pPr>
              <a:r>
                <a:rPr b="1" i="0" lang="en" sz="2000" u="none" cap="none" strike="noStrike">
                  <a:solidFill>
                    <a:schemeClr val="lt1"/>
                  </a:solidFill>
                  <a:latin typeface="Arial"/>
                  <a:ea typeface="Arial"/>
                  <a:cs typeface="Arial"/>
                  <a:sym typeface="Arial"/>
                </a:rPr>
                <a:t>-</a:t>
              </a:r>
              <a:r>
                <a:rPr b="0" i="0" lang="en" sz="1400" u="none" cap="none" strike="noStrike">
                  <a:solidFill>
                    <a:schemeClr val="lt1"/>
                  </a:solidFill>
                  <a:latin typeface="Arial"/>
                  <a:ea typeface="Arial"/>
                  <a:cs typeface="Arial"/>
                  <a:sym typeface="Arial"/>
                </a:rPr>
                <a:t> Drinking water dissolved oxygen value is between 7.5 &amp; 9 mg/L.</a:t>
              </a:r>
              <a:endParaRPr b="0" i="0" sz="1400" u="none" cap="none" strike="noStrike">
                <a:solidFill>
                  <a:schemeClr val="lt1"/>
                </a:solidFill>
                <a:latin typeface="Arial"/>
                <a:ea typeface="Arial"/>
                <a:cs typeface="Arial"/>
                <a:sym typeface="Arial"/>
              </a:endParaRPr>
            </a:p>
          </p:txBody>
        </p:sp>
      </p:grpSp>
      <p:sp>
        <p:nvSpPr>
          <p:cNvPr id="777" name="Google Shape;777;g1bbaa8f0957_2_246"/>
          <p:cNvSpPr txBox="1"/>
          <p:nvPr/>
        </p:nvSpPr>
        <p:spPr>
          <a:xfrm>
            <a:off x="130899" y="1000866"/>
            <a:ext cx="2006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Missing Sensor</a:t>
            </a:r>
            <a:endParaRPr b="0" i="0" sz="1400" u="none" cap="none" strike="noStrike">
              <a:solidFill>
                <a:srgbClr val="000000"/>
              </a:solidFill>
              <a:latin typeface="Arial"/>
              <a:ea typeface="Arial"/>
              <a:cs typeface="Arial"/>
              <a:sym typeface="Arial"/>
            </a:endParaRPr>
          </a:p>
        </p:txBody>
      </p:sp>
      <p:sp>
        <p:nvSpPr>
          <p:cNvPr id="778" name="Google Shape;778;g1bbaa8f0957_2_246"/>
          <p:cNvSpPr txBox="1"/>
          <p:nvPr/>
        </p:nvSpPr>
        <p:spPr>
          <a:xfrm>
            <a:off x="130899" y="2567516"/>
            <a:ext cx="1765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Our Solution </a:t>
            </a:r>
            <a:endParaRPr b="0" i="0" sz="1400" u="none" cap="none" strike="noStrike">
              <a:solidFill>
                <a:srgbClr val="000000"/>
              </a:solidFill>
              <a:latin typeface="Arial"/>
              <a:ea typeface="Arial"/>
              <a:cs typeface="Arial"/>
              <a:sym typeface="Arial"/>
            </a:endParaRPr>
          </a:p>
        </p:txBody>
      </p:sp>
      <p:sp>
        <p:nvSpPr>
          <p:cNvPr id="779" name="Google Shape;779;g1bbaa8f0957_2_246"/>
          <p:cNvSpPr txBox="1"/>
          <p:nvPr/>
        </p:nvSpPr>
        <p:spPr>
          <a:xfrm>
            <a:off x="130899" y="4137626"/>
            <a:ext cx="1765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Outcome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g1bbaa8f0957_2_264"/>
          <p:cNvSpPr txBox="1"/>
          <p:nvPr>
            <p:ph type="title"/>
          </p:nvPr>
        </p:nvSpPr>
        <p:spPr>
          <a:xfrm>
            <a:off x="130899" y="169281"/>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2400">
                <a:latin typeface="Arial"/>
                <a:ea typeface="Arial"/>
                <a:cs typeface="Arial"/>
                <a:sym typeface="Arial"/>
              </a:rPr>
              <a:t>Missing Sensors &amp; How to overcome them</a:t>
            </a:r>
            <a:endParaRPr sz="2400">
              <a:latin typeface="Arial"/>
              <a:ea typeface="Arial"/>
              <a:cs typeface="Arial"/>
              <a:sym typeface="Arial"/>
            </a:endParaRPr>
          </a:p>
        </p:txBody>
      </p:sp>
      <p:grpSp>
        <p:nvGrpSpPr>
          <p:cNvPr id="785" name="Google Shape;785;g1bbaa8f0957_2_264"/>
          <p:cNvGrpSpPr/>
          <p:nvPr/>
        </p:nvGrpSpPr>
        <p:grpSpPr>
          <a:xfrm>
            <a:off x="1527817" y="758952"/>
            <a:ext cx="6841500" cy="4306466"/>
            <a:chOff x="1003217" y="4415"/>
            <a:chExt cx="6841500" cy="4306466"/>
          </a:xfrm>
        </p:grpSpPr>
        <p:sp>
          <p:nvSpPr>
            <p:cNvPr id="786" name="Google Shape;786;g1bbaa8f0957_2_264"/>
            <p:cNvSpPr/>
            <p:nvPr/>
          </p:nvSpPr>
          <p:spPr>
            <a:xfrm>
              <a:off x="2336236" y="4415"/>
              <a:ext cx="4175400" cy="910200"/>
            </a:xfrm>
            <a:prstGeom prst="roundRect">
              <a:avLst>
                <a:gd fmla="val 10000" name="adj"/>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g1bbaa8f0957_2_264"/>
            <p:cNvSpPr txBox="1"/>
            <p:nvPr/>
          </p:nvSpPr>
          <p:spPr>
            <a:xfrm>
              <a:off x="2362891" y="31070"/>
              <a:ext cx="4122300" cy="8568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rgbClr val="000000"/>
                </a:buClr>
                <a:buSzPts val="2000"/>
                <a:buFont typeface="Arial"/>
                <a:buNone/>
              </a:pPr>
              <a:r>
                <a:rPr b="0" i="0" lang="en" sz="2000" u="none" cap="none" strike="noStrike">
                  <a:solidFill>
                    <a:schemeClr val="lt1"/>
                  </a:solidFill>
                  <a:latin typeface="Arial"/>
                  <a:ea typeface="Arial"/>
                  <a:cs typeface="Arial"/>
                  <a:sym typeface="Arial"/>
                </a:rPr>
                <a:t>Water Conductivity Sensor</a:t>
              </a:r>
              <a:endParaRPr b="0" i="0" sz="1400" u="none" cap="none" strike="noStrike">
                <a:solidFill>
                  <a:srgbClr val="000000"/>
                </a:solidFill>
                <a:latin typeface="Arial"/>
                <a:ea typeface="Arial"/>
                <a:cs typeface="Arial"/>
                <a:sym typeface="Arial"/>
              </a:endParaRPr>
            </a:p>
          </p:txBody>
        </p:sp>
        <p:sp>
          <p:nvSpPr>
            <p:cNvPr id="788" name="Google Shape;788;g1bbaa8f0957_2_264"/>
            <p:cNvSpPr/>
            <p:nvPr/>
          </p:nvSpPr>
          <p:spPr>
            <a:xfrm rot="5400000">
              <a:off x="4192315" y="945518"/>
              <a:ext cx="463500" cy="555900"/>
            </a:xfrm>
            <a:prstGeom prst="rightArrow">
              <a:avLst>
                <a:gd fmla="val 60000" name="adj1"/>
                <a:gd fmla="val 50000" name="adj2"/>
              </a:avLst>
            </a:prstGeom>
            <a:solidFill>
              <a:srgbClr val="AFD1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g1bbaa8f0957_2_264"/>
            <p:cNvSpPr txBox="1"/>
            <p:nvPr/>
          </p:nvSpPr>
          <p:spPr>
            <a:xfrm>
              <a:off x="4257190" y="991718"/>
              <a:ext cx="333600" cy="324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790" name="Google Shape;790;g1bbaa8f0957_2_264"/>
            <p:cNvSpPr/>
            <p:nvPr/>
          </p:nvSpPr>
          <p:spPr>
            <a:xfrm>
              <a:off x="2603353" y="1532304"/>
              <a:ext cx="3641400" cy="925200"/>
            </a:xfrm>
            <a:prstGeom prst="roundRect">
              <a:avLst>
                <a:gd fmla="val 10000" name="adj"/>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g1bbaa8f0957_2_264"/>
            <p:cNvSpPr txBox="1"/>
            <p:nvPr/>
          </p:nvSpPr>
          <p:spPr>
            <a:xfrm>
              <a:off x="2630447" y="1559398"/>
              <a:ext cx="3587100" cy="8709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rgbClr val="000000"/>
                </a:buClr>
                <a:buSzPts val="2000"/>
                <a:buFont typeface="Arial"/>
                <a:buNone/>
              </a:pPr>
              <a:r>
                <a:rPr b="0" i="0" lang="en" sz="2000" u="none" cap="none" strike="noStrike">
                  <a:solidFill>
                    <a:schemeClr val="lt1"/>
                  </a:solidFill>
                  <a:latin typeface="Arial"/>
                  <a:ea typeface="Arial"/>
                  <a:cs typeface="Arial"/>
                  <a:sym typeface="Arial"/>
                </a:rPr>
                <a:t>Combination of TDS &amp; Water Temperature Readings</a:t>
              </a:r>
              <a:endParaRPr b="0" i="0" sz="1400" u="none" cap="none" strike="noStrike">
                <a:solidFill>
                  <a:srgbClr val="000000"/>
                </a:solidFill>
                <a:latin typeface="Arial"/>
                <a:ea typeface="Arial"/>
                <a:cs typeface="Arial"/>
                <a:sym typeface="Arial"/>
              </a:endParaRPr>
            </a:p>
          </p:txBody>
        </p:sp>
        <p:sp>
          <p:nvSpPr>
            <p:cNvPr id="792" name="Google Shape;792;g1bbaa8f0957_2_264"/>
            <p:cNvSpPr/>
            <p:nvPr/>
          </p:nvSpPr>
          <p:spPr>
            <a:xfrm rot="5400000">
              <a:off x="4192315" y="2488395"/>
              <a:ext cx="463500" cy="555900"/>
            </a:xfrm>
            <a:prstGeom prst="rightArrow">
              <a:avLst>
                <a:gd fmla="val 60000" name="adj1"/>
                <a:gd fmla="val 50000" name="adj2"/>
              </a:avLst>
            </a:prstGeom>
            <a:solidFill>
              <a:srgbClr val="AFD1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g1bbaa8f0957_2_264"/>
            <p:cNvSpPr txBox="1"/>
            <p:nvPr/>
          </p:nvSpPr>
          <p:spPr>
            <a:xfrm>
              <a:off x="4257190" y="2534595"/>
              <a:ext cx="333600" cy="324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794" name="Google Shape;794;g1bbaa8f0957_2_264"/>
            <p:cNvSpPr/>
            <p:nvPr/>
          </p:nvSpPr>
          <p:spPr>
            <a:xfrm>
              <a:off x="1003217" y="3075181"/>
              <a:ext cx="6841500" cy="1235700"/>
            </a:xfrm>
            <a:prstGeom prst="roundRect">
              <a:avLst>
                <a:gd fmla="val 10000" name="adj"/>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g1bbaa8f0957_2_264"/>
            <p:cNvSpPr txBox="1"/>
            <p:nvPr/>
          </p:nvSpPr>
          <p:spPr>
            <a:xfrm>
              <a:off x="1039407" y="3111371"/>
              <a:ext cx="6769200" cy="1163100"/>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1" i="0" lang="en" sz="2000" u="none" cap="none" strike="noStrike">
                  <a:solidFill>
                    <a:schemeClr val="lt1"/>
                  </a:solidFill>
                  <a:latin typeface="Arial"/>
                  <a:ea typeface="Arial"/>
                  <a:cs typeface="Arial"/>
                  <a:sym typeface="Arial"/>
                </a:rPr>
                <a:t>- </a:t>
              </a:r>
              <a:r>
                <a:rPr b="0" i="0" lang="en" sz="1400" u="none" cap="none" strike="noStrike">
                  <a:solidFill>
                    <a:schemeClr val="lt1"/>
                  </a:solidFill>
                  <a:latin typeface="Arial"/>
                  <a:ea typeface="Arial"/>
                  <a:cs typeface="Arial"/>
                  <a:sym typeface="Arial"/>
                </a:rPr>
                <a:t>The more salts are dissolved in the water, the higher is the value of the electric conductivity.</a:t>
              </a:r>
              <a:endParaRPr b="0" i="0" sz="1400" u="none" cap="none" strike="noStrike">
                <a:solidFill>
                  <a:schemeClr val="lt1"/>
                </a:solidFill>
                <a:latin typeface="Arial"/>
                <a:ea typeface="Arial"/>
                <a:cs typeface="Arial"/>
                <a:sym typeface="Arial"/>
              </a:endParaRPr>
            </a:p>
            <a:p>
              <a:pPr indent="0" lvl="0" marL="0" marR="0" rtl="0" algn="l">
                <a:lnSpc>
                  <a:spcPct val="90000"/>
                </a:lnSpc>
                <a:spcBef>
                  <a:spcPts val="70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 TDS (mg/L) = k EC (µS/cm) at </a:t>
              </a:r>
              <a:r>
                <a:rPr b="1" i="0" lang="en" sz="1400" u="none" cap="none" strike="noStrike">
                  <a:solidFill>
                    <a:schemeClr val="lt1"/>
                  </a:solidFill>
                  <a:latin typeface="Arial"/>
                  <a:ea typeface="Arial"/>
                  <a:cs typeface="Arial"/>
                  <a:sym typeface="Arial"/>
                </a:rPr>
                <a:t>2</a:t>
              </a:r>
              <a:r>
                <a:rPr b="0" i="0" lang="en" sz="1400" u="none" cap="none" strike="noStrike">
                  <a:solidFill>
                    <a:schemeClr val="lt1"/>
                  </a:solidFill>
                  <a:latin typeface="Arial"/>
                  <a:ea typeface="Arial"/>
                  <a:cs typeface="Arial"/>
                  <a:sym typeface="Arial"/>
                </a:rPr>
                <a:t>5ºC. Where EC is electric conductivity.</a:t>
              </a:r>
              <a:endParaRPr b="1" i="0" sz="1400" u="none" cap="none" strike="noStrike">
                <a:solidFill>
                  <a:schemeClr val="lt1"/>
                </a:solidFill>
                <a:latin typeface="Arial"/>
                <a:ea typeface="Arial"/>
                <a:cs typeface="Arial"/>
                <a:sym typeface="Arial"/>
              </a:endParaRPr>
            </a:p>
            <a:p>
              <a:pPr indent="0" lvl="0" marL="0" marR="0" rtl="0" algn="l">
                <a:lnSpc>
                  <a:spcPct val="90000"/>
                </a:lnSpc>
                <a:spcBef>
                  <a:spcPts val="490"/>
                </a:spcBef>
                <a:spcAft>
                  <a:spcPts val="0"/>
                </a:spcAft>
                <a:buClr>
                  <a:srgbClr val="000000"/>
                </a:buClr>
                <a:buSzPts val="2000"/>
                <a:buFont typeface="Arial"/>
                <a:buNone/>
              </a:pPr>
              <a:r>
                <a:rPr b="1" i="0" lang="en" sz="2000" u="none" cap="none" strike="noStrike">
                  <a:solidFill>
                    <a:schemeClr val="lt1"/>
                  </a:solidFill>
                  <a:latin typeface="Arial"/>
                  <a:ea typeface="Arial"/>
                  <a:cs typeface="Arial"/>
                  <a:sym typeface="Arial"/>
                </a:rPr>
                <a:t>-</a:t>
              </a:r>
              <a:r>
                <a:rPr b="0" i="0" lang="en" sz="1400" u="none" cap="none" strike="noStrike">
                  <a:solidFill>
                    <a:schemeClr val="lt1"/>
                  </a:solidFill>
                  <a:latin typeface="Arial"/>
                  <a:ea typeface="Arial"/>
                  <a:cs typeface="Arial"/>
                  <a:sym typeface="Arial"/>
                </a:rPr>
                <a:t> Drinking water conductivity value is 200 to 800 µS/cm.</a:t>
              </a:r>
              <a:endParaRPr b="0" i="0" sz="1400" u="none" cap="none" strike="noStrike">
                <a:solidFill>
                  <a:srgbClr val="000000"/>
                </a:solidFill>
                <a:latin typeface="Arial"/>
                <a:ea typeface="Arial"/>
                <a:cs typeface="Arial"/>
                <a:sym typeface="Arial"/>
              </a:endParaRPr>
            </a:p>
          </p:txBody>
        </p:sp>
      </p:grpSp>
      <p:sp>
        <p:nvSpPr>
          <p:cNvPr id="796" name="Google Shape;796;g1bbaa8f0957_2_264"/>
          <p:cNvSpPr txBox="1"/>
          <p:nvPr/>
        </p:nvSpPr>
        <p:spPr>
          <a:xfrm>
            <a:off x="130899" y="1000866"/>
            <a:ext cx="2006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Missing Sensor</a:t>
            </a:r>
            <a:endParaRPr b="0" i="0" sz="1400" u="none" cap="none" strike="noStrike">
              <a:solidFill>
                <a:srgbClr val="000000"/>
              </a:solidFill>
              <a:latin typeface="Arial"/>
              <a:ea typeface="Arial"/>
              <a:cs typeface="Arial"/>
              <a:sym typeface="Arial"/>
            </a:endParaRPr>
          </a:p>
        </p:txBody>
      </p:sp>
      <p:sp>
        <p:nvSpPr>
          <p:cNvPr id="797" name="Google Shape;797;g1bbaa8f0957_2_264"/>
          <p:cNvSpPr txBox="1"/>
          <p:nvPr/>
        </p:nvSpPr>
        <p:spPr>
          <a:xfrm>
            <a:off x="130899" y="2567516"/>
            <a:ext cx="1765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Our Solution </a:t>
            </a:r>
            <a:endParaRPr b="0" i="0" sz="1400" u="none" cap="none" strike="noStrike">
              <a:solidFill>
                <a:srgbClr val="000000"/>
              </a:solidFill>
              <a:latin typeface="Arial"/>
              <a:ea typeface="Arial"/>
              <a:cs typeface="Arial"/>
              <a:sym typeface="Arial"/>
            </a:endParaRPr>
          </a:p>
        </p:txBody>
      </p:sp>
      <p:sp>
        <p:nvSpPr>
          <p:cNvPr id="798" name="Google Shape;798;g1bbaa8f0957_2_264"/>
          <p:cNvSpPr txBox="1"/>
          <p:nvPr/>
        </p:nvSpPr>
        <p:spPr>
          <a:xfrm>
            <a:off x="130899" y="4137626"/>
            <a:ext cx="1765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Outcome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259cad68aff_4_26"/>
          <p:cNvSpPr txBox="1"/>
          <p:nvPr>
            <p:ph type="title"/>
          </p:nvPr>
        </p:nvSpPr>
        <p:spPr>
          <a:xfrm>
            <a:off x="719950" y="443813"/>
            <a:ext cx="7704000" cy="478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200">
                <a:latin typeface="Arial"/>
                <a:ea typeface="Arial"/>
                <a:cs typeface="Arial"/>
                <a:sym typeface="Arial"/>
              </a:rPr>
              <a:t>Results from mobile app</a:t>
            </a:r>
            <a:endParaRPr sz="3200">
              <a:latin typeface="Arial"/>
              <a:ea typeface="Arial"/>
              <a:cs typeface="Arial"/>
              <a:sym typeface="Arial"/>
            </a:endParaRPr>
          </a:p>
        </p:txBody>
      </p:sp>
      <p:pic>
        <p:nvPicPr>
          <p:cNvPr id="804" name="Google Shape;804;g259cad68aff_4_26"/>
          <p:cNvPicPr preferRelativeResize="0"/>
          <p:nvPr/>
        </p:nvPicPr>
        <p:blipFill rotWithShape="1">
          <a:blip r:embed="rId3">
            <a:alphaModFix/>
          </a:blip>
          <a:srcRect b="584" l="3350" r="-1074" t="63990"/>
          <a:stretch/>
        </p:blipFill>
        <p:spPr>
          <a:xfrm>
            <a:off x="967100" y="1097280"/>
            <a:ext cx="2926200" cy="3383400"/>
          </a:xfrm>
          <a:prstGeom prst="rect">
            <a:avLst/>
          </a:prstGeom>
          <a:noFill/>
          <a:ln>
            <a:noFill/>
          </a:ln>
        </p:spPr>
      </p:pic>
      <p:pic>
        <p:nvPicPr>
          <p:cNvPr id="805" name="Google Shape;805;g259cad68aff_4_26"/>
          <p:cNvPicPr preferRelativeResize="0"/>
          <p:nvPr/>
        </p:nvPicPr>
        <p:blipFill rotWithShape="1">
          <a:blip r:embed="rId4">
            <a:alphaModFix/>
          </a:blip>
          <a:srcRect b="1235" l="0" r="0" t="64362"/>
          <a:stretch/>
        </p:blipFill>
        <p:spPr>
          <a:xfrm>
            <a:off x="5486400" y="1005840"/>
            <a:ext cx="2926200" cy="33834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g218f467fd32_14_0"/>
          <p:cNvSpPr txBox="1"/>
          <p:nvPr>
            <p:ph type="title"/>
          </p:nvPr>
        </p:nvSpPr>
        <p:spPr>
          <a:xfrm>
            <a:off x="720000" y="2344400"/>
            <a:ext cx="77040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Mobile Application</a:t>
            </a:r>
            <a:endParaRPr/>
          </a:p>
        </p:txBody>
      </p:sp>
      <p:sp>
        <p:nvSpPr>
          <p:cNvPr id="811" name="Google Shape;811;g218f467fd32_14_0"/>
          <p:cNvSpPr txBox="1"/>
          <p:nvPr>
            <p:ph idx="2" type="title"/>
          </p:nvPr>
        </p:nvSpPr>
        <p:spPr>
          <a:xfrm>
            <a:off x="2996550" y="1502600"/>
            <a:ext cx="31509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pic>
        <p:nvPicPr>
          <p:cNvPr id="816" name="Google Shape;816;g218f467fd32_14_9"/>
          <p:cNvPicPr preferRelativeResize="0"/>
          <p:nvPr/>
        </p:nvPicPr>
        <p:blipFill rotWithShape="1">
          <a:blip r:embed="rId3">
            <a:alphaModFix/>
          </a:blip>
          <a:srcRect b="0" l="0" r="0" t="0"/>
          <a:stretch/>
        </p:blipFill>
        <p:spPr>
          <a:xfrm>
            <a:off x="1105850" y="0"/>
            <a:ext cx="6989600" cy="5242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pic>
        <p:nvPicPr>
          <p:cNvPr id="821" name="Google Shape;821;g218f467fd32_14_13"/>
          <p:cNvPicPr preferRelativeResize="0"/>
          <p:nvPr/>
        </p:nvPicPr>
        <p:blipFill rotWithShape="1">
          <a:blip r:embed="rId3">
            <a:alphaModFix/>
          </a:blip>
          <a:srcRect b="0" l="0" r="0" t="0"/>
          <a:stretch/>
        </p:blipFill>
        <p:spPr>
          <a:xfrm>
            <a:off x="1314825" y="0"/>
            <a:ext cx="6858000" cy="5143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g259addb2349_0_0"/>
          <p:cNvSpPr txBox="1"/>
          <p:nvPr>
            <p:ph type="title"/>
          </p:nvPr>
        </p:nvSpPr>
        <p:spPr>
          <a:xfrm>
            <a:off x="720000" y="2344400"/>
            <a:ext cx="77040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 HW Implementation</a:t>
            </a:r>
            <a:endParaRPr/>
          </a:p>
        </p:txBody>
      </p:sp>
      <p:sp>
        <p:nvSpPr>
          <p:cNvPr id="827" name="Google Shape;827;g259addb2349_0_0"/>
          <p:cNvSpPr txBox="1"/>
          <p:nvPr>
            <p:ph idx="2" type="title"/>
          </p:nvPr>
        </p:nvSpPr>
        <p:spPr>
          <a:xfrm>
            <a:off x="2996550" y="1502600"/>
            <a:ext cx="31509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04</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g1bbddf71bfd_2_0"/>
          <p:cNvSpPr txBox="1"/>
          <p:nvPr>
            <p:ph type="title"/>
          </p:nvPr>
        </p:nvSpPr>
        <p:spPr>
          <a:xfrm>
            <a:off x="720000" y="300400"/>
            <a:ext cx="77040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500"/>
              <a:buNone/>
            </a:pPr>
            <a:r>
              <a:rPr lang="en"/>
              <a:t>HW Block Diagram</a:t>
            </a:r>
            <a:endParaRPr/>
          </a:p>
        </p:txBody>
      </p:sp>
      <p:pic>
        <p:nvPicPr>
          <p:cNvPr id="833" name="Google Shape;833;g1bbddf71bfd_2_0"/>
          <p:cNvPicPr preferRelativeResize="0"/>
          <p:nvPr/>
        </p:nvPicPr>
        <p:blipFill rotWithShape="1">
          <a:blip r:embed="rId3">
            <a:alphaModFix/>
          </a:blip>
          <a:srcRect b="0" l="0" r="0" t="0"/>
          <a:stretch/>
        </p:blipFill>
        <p:spPr>
          <a:xfrm>
            <a:off x="662763" y="873100"/>
            <a:ext cx="7818475" cy="39656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2198db1af2c_1_551"/>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b="1" lang="en" sz="2900"/>
              <a:t>MPU Sensor (Motion Processing Unit)</a:t>
            </a:r>
            <a:endParaRPr b="1" sz="2900"/>
          </a:p>
        </p:txBody>
      </p:sp>
      <p:pic>
        <p:nvPicPr>
          <p:cNvPr id="839" name="Google Shape;839;g2198db1af2c_1_551"/>
          <p:cNvPicPr preferRelativeResize="0"/>
          <p:nvPr/>
        </p:nvPicPr>
        <p:blipFill rotWithShape="1">
          <a:blip r:embed="rId3">
            <a:alphaModFix/>
          </a:blip>
          <a:srcRect b="0" l="0" r="0" t="0"/>
          <a:stretch/>
        </p:blipFill>
        <p:spPr>
          <a:xfrm>
            <a:off x="5958200" y="1362275"/>
            <a:ext cx="2333901" cy="1861376"/>
          </a:xfrm>
          <a:prstGeom prst="rect">
            <a:avLst/>
          </a:prstGeom>
          <a:noFill/>
          <a:ln>
            <a:noFill/>
          </a:ln>
        </p:spPr>
      </p:pic>
      <p:sp>
        <p:nvSpPr>
          <p:cNvPr id="840" name="Google Shape;840;g2198db1af2c_1_551"/>
          <p:cNvSpPr txBox="1"/>
          <p:nvPr/>
        </p:nvSpPr>
        <p:spPr>
          <a:xfrm>
            <a:off x="527700" y="1362275"/>
            <a:ext cx="5129400" cy="16920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28000"/>
              </a:lnSpc>
              <a:spcBef>
                <a:spcPts val="0"/>
              </a:spcBef>
              <a:spcAft>
                <a:spcPts val="0"/>
              </a:spcAft>
              <a:buClr>
                <a:srgbClr val="202124"/>
              </a:buClr>
              <a:buSzPts val="1600"/>
              <a:buFont typeface="Arial"/>
              <a:buAutoNum type="arabicPeriod"/>
            </a:pPr>
            <a:r>
              <a:rPr b="0" i="0" lang="en" sz="1600" u="none" cap="none" strike="noStrike">
                <a:solidFill>
                  <a:srgbClr val="000000"/>
                </a:solidFill>
                <a:latin typeface="Arial"/>
                <a:ea typeface="Arial"/>
                <a:cs typeface="Arial"/>
                <a:sym typeface="Arial"/>
              </a:rPr>
              <a:t>3 in 1 sensors: ACC, Gyro and Mag.</a:t>
            </a:r>
            <a:endParaRPr b="0" i="0" sz="1600" u="none" cap="none" strike="noStrike">
              <a:solidFill>
                <a:srgbClr val="000000"/>
              </a:solidFill>
              <a:latin typeface="Arial"/>
              <a:ea typeface="Arial"/>
              <a:cs typeface="Arial"/>
              <a:sym typeface="Arial"/>
            </a:endParaRPr>
          </a:p>
          <a:p>
            <a:pPr indent="-330200" lvl="0" marL="457200" marR="0" rtl="0" algn="l">
              <a:lnSpc>
                <a:spcPct val="128000"/>
              </a:lnSpc>
              <a:spcBef>
                <a:spcPts val="0"/>
              </a:spcBef>
              <a:spcAft>
                <a:spcPts val="0"/>
              </a:spcAft>
              <a:buClr>
                <a:srgbClr val="202124"/>
              </a:buClr>
              <a:buSzPts val="1600"/>
              <a:buFont typeface="Arial"/>
              <a:buAutoNum type="arabicPeriod"/>
            </a:pPr>
            <a:r>
              <a:rPr b="0" i="0" lang="en" sz="1600" u="none" cap="none" strike="noStrike">
                <a:solidFill>
                  <a:srgbClr val="000000"/>
                </a:solidFill>
                <a:latin typeface="Arial"/>
                <a:ea typeface="Arial"/>
                <a:cs typeface="Arial"/>
                <a:sym typeface="Arial"/>
              </a:rPr>
              <a:t>Gets Yaw, Pitch and Roll angles.</a:t>
            </a:r>
            <a:endParaRPr b="0" i="0" sz="1600" u="none" cap="none" strike="noStrike">
              <a:solidFill>
                <a:srgbClr val="202124"/>
              </a:solidFill>
              <a:highlight>
                <a:srgbClr val="F8F9FA"/>
              </a:highlight>
              <a:latin typeface="Arial"/>
              <a:ea typeface="Arial"/>
              <a:cs typeface="Arial"/>
              <a:sym typeface="Arial"/>
            </a:endParaRPr>
          </a:p>
          <a:p>
            <a:pPr indent="-330200" lvl="0" marL="457200" marR="0" rtl="0" algn="l">
              <a:lnSpc>
                <a:spcPct val="128000"/>
              </a:lnSpc>
              <a:spcBef>
                <a:spcPts val="0"/>
              </a:spcBef>
              <a:spcAft>
                <a:spcPts val="0"/>
              </a:spcAft>
              <a:buClr>
                <a:srgbClr val="202124"/>
              </a:buClr>
              <a:buSzPts val="1600"/>
              <a:buFont typeface="Arial"/>
              <a:buAutoNum type="arabicPeriod"/>
            </a:pPr>
            <a:r>
              <a:rPr b="0" i="0" lang="en" sz="1600" u="none" cap="none" strike="noStrike">
                <a:solidFill>
                  <a:srgbClr val="202124"/>
                </a:solidFill>
                <a:highlight>
                  <a:srgbClr val="F8F9FA"/>
                </a:highlight>
                <a:latin typeface="Arial"/>
                <a:ea typeface="Arial"/>
                <a:cs typeface="Arial"/>
                <a:sym typeface="Arial"/>
              </a:rPr>
              <a:t>Supply on 3.5-5 V and 3.5 mA.</a:t>
            </a:r>
            <a:endParaRPr b="0" i="0" sz="1600" u="none" cap="none" strike="noStrike">
              <a:solidFill>
                <a:srgbClr val="202124"/>
              </a:solidFill>
              <a:highlight>
                <a:srgbClr val="F8F9FA"/>
              </a:highlight>
              <a:latin typeface="Arial"/>
              <a:ea typeface="Arial"/>
              <a:cs typeface="Arial"/>
              <a:sym typeface="Arial"/>
            </a:endParaRPr>
          </a:p>
          <a:p>
            <a:pPr indent="-330200" lvl="0" marL="457200" marR="0" rtl="0" algn="l">
              <a:lnSpc>
                <a:spcPct val="128000"/>
              </a:lnSpc>
              <a:spcBef>
                <a:spcPts val="0"/>
              </a:spcBef>
              <a:spcAft>
                <a:spcPts val="0"/>
              </a:spcAft>
              <a:buClr>
                <a:srgbClr val="202124"/>
              </a:buClr>
              <a:buSzPts val="1600"/>
              <a:buFont typeface="Arial"/>
              <a:buAutoNum type="arabicPeriod"/>
            </a:pPr>
            <a:r>
              <a:rPr b="0" i="0" lang="en" sz="1600" u="none" cap="none" strike="noStrike">
                <a:solidFill>
                  <a:srgbClr val="202124"/>
                </a:solidFill>
                <a:highlight>
                  <a:srgbClr val="F8F9FA"/>
                </a:highlight>
                <a:latin typeface="Arial"/>
                <a:ea typeface="Arial"/>
                <a:cs typeface="Arial"/>
                <a:sym typeface="Arial"/>
              </a:rPr>
              <a:t>Real Time Motion Angle.</a:t>
            </a:r>
            <a:endParaRPr b="0" i="0" sz="1600" u="none" cap="none" strike="noStrike">
              <a:solidFill>
                <a:srgbClr val="202124"/>
              </a:solidFill>
              <a:highlight>
                <a:srgbClr val="F8F9FA"/>
              </a:highlight>
              <a:latin typeface="Arial"/>
              <a:ea typeface="Arial"/>
              <a:cs typeface="Arial"/>
              <a:sym typeface="Arial"/>
            </a:endParaRPr>
          </a:p>
          <a:p>
            <a:pPr indent="-330200" lvl="0" marL="457200" marR="0" rtl="0" algn="l">
              <a:lnSpc>
                <a:spcPct val="128000"/>
              </a:lnSpc>
              <a:spcBef>
                <a:spcPts val="0"/>
              </a:spcBef>
              <a:spcAft>
                <a:spcPts val="0"/>
              </a:spcAft>
              <a:buClr>
                <a:srgbClr val="202124"/>
              </a:buClr>
              <a:buSzPts val="1600"/>
              <a:buFont typeface="Arial"/>
              <a:buAutoNum type="arabicPeriod"/>
            </a:pPr>
            <a:r>
              <a:rPr b="0" i="0" lang="en" sz="1600" u="none" cap="none" strike="noStrike">
                <a:solidFill>
                  <a:srgbClr val="202124"/>
                </a:solidFill>
                <a:highlight>
                  <a:srgbClr val="F8F9FA"/>
                </a:highlight>
                <a:latin typeface="Arial"/>
                <a:ea typeface="Arial"/>
                <a:cs typeface="Arial"/>
                <a:sym typeface="Arial"/>
              </a:rPr>
              <a:t>Internal Measurement Unit (IMU)</a:t>
            </a:r>
            <a:endParaRPr b="0" i="0" sz="1600" u="none" cap="none" strike="noStrike">
              <a:solidFill>
                <a:srgbClr val="202124"/>
              </a:solidFill>
              <a:highlight>
                <a:srgbClr val="F8F9FA"/>
              </a:highlight>
              <a:latin typeface="Arial"/>
              <a:ea typeface="Arial"/>
              <a:cs typeface="Arial"/>
              <a:sym typeface="Arial"/>
            </a:endParaRPr>
          </a:p>
        </p:txBody>
      </p:sp>
      <p:pic>
        <p:nvPicPr>
          <p:cNvPr id="841" name="Google Shape;841;g2198db1af2c_1_551"/>
          <p:cNvPicPr preferRelativeResize="0"/>
          <p:nvPr/>
        </p:nvPicPr>
        <p:blipFill rotWithShape="1">
          <a:blip r:embed="rId4">
            <a:alphaModFix/>
          </a:blip>
          <a:srcRect b="0" l="0" r="0" t="0"/>
          <a:stretch/>
        </p:blipFill>
        <p:spPr>
          <a:xfrm>
            <a:off x="720000" y="3480950"/>
            <a:ext cx="7429500" cy="1524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g1b28a4da422_2_94"/>
          <p:cNvSpPr txBox="1"/>
          <p:nvPr>
            <p:ph type="title"/>
          </p:nvPr>
        </p:nvSpPr>
        <p:spPr>
          <a:xfrm>
            <a:off x="720000" y="2344400"/>
            <a:ext cx="77040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Business Plan</a:t>
            </a:r>
            <a:endParaRPr/>
          </a:p>
        </p:txBody>
      </p:sp>
      <p:sp>
        <p:nvSpPr>
          <p:cNvPr id="847" name="Google Shape;847;g1b28a4da422_2_94"/>
          <p:cNvSpPr txBox="1"/>
          <p:nvPr>
            <p:ph idx="2" type="title"/>
          </p:nvPr>
        </p:nvSpPr>
        <p:spPr>
          <a:xfrm>
            <a:off x="2996550" y="1502600"/>
            <a:ext cx="31509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05</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2000"/>
          </a:blip>
          <a:stretch>
            <a:fillRect/>
          </a:stretch>
        </a:blipFill>
      </p:bgPr>
    </p:bg>
    <p:spTree>
      <p:nvGrpSpPr>
        <p:cNvPr id="851" name="Shape 851"/>
        <p:cNvGrpSpPr/>
        <p:nvPr/>
      </p:nvGrpSpPr>
      <p:grpSpPr>
        <a:xfrm>
          <a:off x="0" y="0"/>
          <a:ext cx="0" cy="0"/>
          <a:chOff x="0" y="0"/>
          <a:chExt cx="0" cy="0"/>
        </a:xfrm>
      </p:grpSpPr>
      <p:sp>
        <p:nvSpPr>
          <p:cNvPr id="852" name="Google Shape;852;g2611b39a811_0_87"/>
          <p:cNvSpPr/>
          <p:nvPr/>
        </p:nvSpPr>
        <p:spPr>
          <a:xfrm>
            <a:off x="0" y="0"/>
            <a:ext cx="9144000" cy="90000"/>
          </a:xfrm>
          <a:prstGeom prst="rect">
            <a:avLst/>
          </a:prstGeom>
          <a:solidFill>
            <a:srgbClr val="F9B6B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853" name="Google Shape;853;g2611b39a811_0_87"/>
          <p:cNvSpPr txBox="1"/>
          <p:nvPr/>
        </p:nvSpPr>
        <p:spPr>
          <a:xfrm>
            <a:off x="2286000" y="90055"/>
            <a:ext cx="4572000" cy="3924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2100" u="sng" cap="none" strike="noStrike">
                <a:solidFill>
                  <a:schemeClr val="dk1"/>
                </a:solidFill>
                <a:latin typeface="Times New Roman"/>
                <a:ea typeface="Times New Roman"/>
                <a:cs typeface="Times New Roman"/>
                <a:sym typeface="Times New Roman"/>
              </a:rPr>
              <a:t>Business Plan</a:t>
            </a:r>
            <a:endParaRPr b="0" i="0" sz="2100" u="none" cap="none" strike="noStrike">
              <a:solidFill>
                <a:schemeClr val="dk1"/>
              </a:solidFill>
              <a:latin typeface="Arial"/>
              <a:ea typeface="Arial"/>
              <a:cs typeface="Arial"/>
              <a:sym typeface="Arial"/>
            </a:endParaRPr>
          </a:p>
        </p:txBody>
      </p:sp>
      <p:graphicFrame>
        <p:nvGraphicFramePr>
          <p:cNvPr id="854" name="Google Shape;854;g2611b39a811_0_87"/>
          <p:cNvGraphicFramePr/>
          <p:nvPr/>
        </p:nvGraphicFramePr>
        <p:xfrm>
          <a:off x="193963" y="482470"/>
          <a:ext cx="3000000" cy="3000000"/>
        </p:xfrm>
        <a:graphic>
          <a:graphicData uri="http://schemas.openxmlformats.org/drawingml/2006/table">
            <a:tbl>
              <a:tblPr bandRow="1" firstRow="1">
                <a:noFill/>
                <a:tableStyleId>{83F843FB-446E-4956-9CE9-3FD8BD2A16BF}</a:tableStyleId>
              </a:tblPr>
              <a:tblGrid>
                <a:gridCol w="8756075"/>
              </a:tblGrid>
              <a:tr h="685650">
                <a:tc>
                  <a:txBody>
                    <a:bodyPr/>
                    <a:lstStyle/>
                    <a:p>
                      <a:pPr indent="0" lvl="0" marL="0" marR="0" rtl="1" algn="ctr">
                        <a:spcBef>
                          <a:spcPts val="0"/>
                        </a:spcBef>
                        <a:spcAft>
                          <a:spcPts val="0"/>
                        </a:spcAft>
                        <a:buNone/>
                      </a:pPr>
                      <a:r>
                        <a:rPr b="1" lang="en" sz="1200" u="none" cap="none" strike="noStrike">
                          <a:solidFill>
                            <a:schemeClr val="lt1"/>
                          </a:solidFill>
                          <a:latin typeface="Poppins"/>
                          <a:ea typeface="Poppins"/>
                          <a:cs typeface="Poppins"/>
                          <a:sym typeface="Poppins"/>
                        </a:rPr>
                        <a:t>Market Research</a:t>
                      </a:r>
                      <a:r>
                        <a:rPr b="1" lang="en" sz="1400" u="none" cap="none" strike="noStrike">
                          <a:solidFill>
                            <a:schemeClr val="lt1"/>
                          </a:solidFill>
                          <a:latin typeface="Calibri"/>
                          <a:ea typeface="Calibri"/>
                          <a:cs typeface="Calibri"/>
                          <a:sym typeface="Calibri"/>
                        </a:rPr>
                        <a:t> </a:t>
                      </a:r>
                      <a:r>
                        <a:rPr b="1" lang="en" sz="900" u="none" cap="none" strike="noStrike">
                          <a:solidFill>
                            <a:schemeClr val="lt1"/>
                          </a:solidFill>
                          <a:latin typeface="Calibri"/>
                          <a:ea typeface="Calibri"/>
                          <a:cs typeface="Calibri"/>
                          <a:sym typeface="Calibri"/>
                        </a:rPr>
                        <a:t>Summarize the market research conducted, including the size of the market, and target audience.</a:t>
                      </a:r>
                      <a:endParaRPr sz="1100"/>
                    </a:p>
                    <a:p>
                      <a:pPr indent="0" lvl="0" marL="0" marR="0" rtl="1" algn="ctr">
                        <a:spcBef>
                          <a:spcPts val="0"/>
                        </a:spcBef>
                        <a:spcAft>
                          <a:spcPts val="0"/>
                        </a:spcAft>
                        <a:buNone/>
                      </a:pPr>
                      <a:r>
                        <a:rPr b="1" lang="en" sz="900" u="none" cap="none" strike="noStrike">
                          <a:solidFill>
                            <a:schemeClr val="lt1"/>
                          </a:solidFill>
                          <a:latin typeface="Calibri"/>
                          <a:ea typeface="Calibri"/>
                          <a:cs typeface="Calibri"/>
                          <a:sym typeface="Calibri"/>
                        </a:rPr>
                        <a:t> Highlight any trends or opportunities that support the viability of the project.</a:t>
                      </a:r>
                      <a:endParaRPr b="1" sz="900" u="none" cap="none" strike="noStrike">
                        <a:solidFill>
                          <a:schemeClr val="lt1"/>
                        </a:solidFill>
                        <a:latin typeface="Calibri"/>
                        <a:ea typeface="Calibri"/>
                        <a:cs typeface="Calibri"/>
                        <a:sym typeface="Calibri"/>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alpha val="57650"/>
                      </a:srgbClr>
                    </a:solidFill>
                  </a:tcPr>
                </a:tc>
              </a:tr>
              <a:tr h="3885350">
                <a:tc>
                  <a:txBody>
                    <a:bodyPr/>
                    <a:lstStyle/>
                    <a:p>
                      <a:pPr indent="0" lvl="0" marL="0" marR="0" rtl="0" algn="l">
                        <a:spcBef>
                          <a:spcPts val="0"/>
                        </a:spcBef>
                        <a:spcAft>
                          <a:spcPts val="0"/>
                        </a:spcAft>
                        <a:buNone/>
                      </a:pPr>
                      <a:r>
                        <a:rPr b="1" i="0" lang="en" sz="1400" u="none" cap="none" strike="noStrike">
                          <a:solidFill>
                            <a:schemeClr val="dk1"/>
                          </a:solidFill>
                          <a:latin typeface="Calibri"/>
                          <a:ea typeface="Calibri"/>
                          <a:cs typeface="Calibri"/>
                          <a:sym typeface="Calibri"/>
                        </a:rPr>
                        <a:t>Market Size: </a:t>
                      </a:r>
                      <a:r>
                        <a:rPr b="0" i="0" lang="en" sz="1400" u="none" cap="none" strike="noStrike">
                          <a:solidFill>
                            <a:schemeClr val="dk1"/>
                          </a:solidFill>
                          <a:latin typeface="Calibri"/>
                          <a:ea typeface="Calibri"/>
                          <a:cs typeface="Calibri"/>
                          <a:sym typeface="Calibri"/>
                        </a:rPr>
                        <a:t>The market size for water quality monitoring can vary depending on the specific application and geographic region. Water quality monitoring is conducted in various sectors, including environmental monitoring, industrial processes, agriculture, and public health. The market size could range from local applications, such as monitoring a specific body of water, to larger-scale applications covering multiple regions or countries.</a:t>
                      </a:r>
                      <a:endParaRPr sz="1100"/>
                    </a:p>
                    <a:p>
                      <a:pPr indent="0" lvl="0" marL="0" marR="0" rtl="0" algn="l">
                        <a:spcBef>
                          <a:spcPts val="0"/>
                        </a:spcBef>
                        <a:spcAft>
                          <a:spcPts val="0"/>
                        </a:spcAft>
                        <a:buNone/>
                      </a:pPr>
                      <a:r>
                        <a:t/>
                      </a:r>
                      <a:endParaRPr b="0" i="0" sz="1400">
                        <a:solidFill>
                          <a:schemeClr val="dk1"/>
                        </a:solidFill>
                        <a:latin typeface="Calibri"/>
                        <a:ea typeface="Calibri"/>
                        <a:cs typeface="Calibri"/>
                        <a:sym typeface="Calibri"/>
                      </a:endParaRPr>
                    </a:p>
                    <a:p>
                      <a:pPr indent="0" lvl="0" marL="0" marR="0" rtl="0" algn="l">
                        <a:spcBef>
                          <a:spcPts val="0"/>
                        </a:spcBef>
                        <a:spcAft>
                          <a:spcPts val="0"/>
                        </a:spcAft>
                        <a:buNone/>
                      </a:pPr>
                      <a:r>
                        <a:rPr b="1" i="0" lang="en" sz="1400">
                          <a:solidFill>
                            <a:schemeClr val="dk1"/>
                          </a:solidFill>
                          <a:latin typeface="Calibri"/>
                          <a:ea typeface="Calibri"/>
                          <a:cs typeface="Calibri"/>
                          <a:sym typeface="Calibri"/>
                        </a:rPr>
                        <a:t>Target Audience</a:t>
                      </a:r>
                      <a:r>
                        <a:rPr b="0" i="0" lang="en" sz="1400">
                          <a:solidFill>
                            <a:schemeClr val="dk1"/>
                          </a:solidFill>
                          <a:latin typeface="Calibri"/>
                          <a:ea typeface="Calibri"/>
                          <a:cs typeface="Calibri"/>
                          <a:sym typeface="Calibri"/>
                        </a:rPr>
                        <a:t>: The target audience for a project involving a boat with water quality sensors can be diverse and depend on the purpose of the monitoring. Potential stakeholders may include government agencies responsible for environmental regulation, water treatment facilities, research institutions, environmental consulting firms, and industries relying on clean water sources.</a:t>
                      </a:r>
                      <a:endParaRPr sz="1100"/>
                    </a:p>
                    <a:p>
                      <a:pPr indent="0" lvl="0" marL="0" marR="0" rtl="0" algn="l">
                        <a:spcBef>
                          <a:spcPts val="0"/>
                        </a:spcBef>
                        <a:spcAft>
                          <a:spcPts val="0"/>
                        </a:spcAft>
                        <a:buNone/>
                      </a:pPr>
                      <a:r>
                        <a:t/>
                      </a:r>
                      <a:endParaRPr b="0" i="0" sz="1400">
                        <a:solidFill>
                          <a:schemeClr val="dk1"/>
                        </a:solidFill>
                        <a:latin typeface="Calibri"/>
                        <a:ea typeface="Calibri"/>
                        <a:cs typeface="Calibri"/>
                        <a:sym typeface="Calibri"/>
                      </a:endParaRPr>
                    </a:p>
                    <a:p>
                      <a:pPr indent="0" lvl="0" marL="0" marR="0" rtl="0" algn="l">
                        <a:spcBef>
                          <a:spcPts val="0"/>
                        </a:spcBef>
                        <a:spcAft>
                          <a:spcPts val="0"/>
                        </a:spcAft>
                        <a:buNone/>
                      </a:pPr>
                      <a:r>
                        <a:rPr b="1" i="0" lang="en" sz="1400">
                          <a:solidFill>
                            <a:schemeClr val="dk1"/>
                          </a:solidFill>
                          <a:latin typeface="Calibri"/>
                          <a:ea typeface="Calibri"/>
                          <a:cs typeface="Calibri"/>
                          <a:sym typeface="Calibri"/>
                        </a:rPr>
                        <a:t>Trends and Opportunities</a:t>
                      </a:r>
                      <a:r>
                        <a:rPr b="0" i="0" lang="en" sz="1400">
                          <a:solidFill>
                            <a:schemeClr val="dk1"/>
                          </a:solidFill>
                          <a:latin typeface="Calibri"/>
                          <a:ea typeface="Calibri"/>
                          <a:cs typeface="Calibri"/>
                          <a:sym typeface="Calibri"/>
                        </a:rPr>
                        <a:t>: There are several trends and opportunities that support the viability of a project focusing on water quality monitoring:</a:t>
                      </a:r>
                      <a:endParaRPr sz="1100"/>
                    </a:p>
                    <a:p>
                      <a:pPr indent="-254000" lvl="0" marL="254000" marR="0" rtl="0" algn="l">
                        <a:spcBef>
                          <a:spcPts val="0"/>
                        </a:spcBef>
                        <a:spcAft>
                          <a:spcPts val="0"/>
                        </a:spcAft>
                        <a:buClr>
                          <a:schemeClr val="dk1"/>
                        </a:buClr>
                        <a:buSzPts val="1400"/>
                        <a:buFont typeface="Calibri"/>
                        <a:buAutoNum type="arabicPeriod"/>
                      </a:pPr>
                      <a:r>
                        <a:rPr b="0" i="0" lang="en" sz="1400">
                          <a:solidFill>
                            <a:schemeClr val="dk1"/>
                          </a:solidFill>
                          <a:latin typeface="Calibri"/>
                          <a:ea typeface="Calibri"/>
                          <a:cs typeface="Calibri"/>
                          <a:sym typeface="Calibri"/>
                        </a:rPr>
                        <a:t>Increasing Environmental Concerns: Growing awareness about the importance of water quality and its impact on ecosystems, human health, and industries has led to an increased demand for monitoring solutions.</a:t>
                      </a:r>
                      <a:endParaRPr sz="1100"/>
                    </a:p>
                    <a:p>
                      <a:pPr indent="-254000" lvl="0" marL="254000" marR="0" rtl="0" algn="l">
                        <a:spcBef>
                          <a:spcPts val="0"/>
                        </a:spcBef>
                        <a:spcAft>
                          <a:spcPts val="0"/>
                        </a:spcAft>
                        <a:buClr>
                          <a:schemeClr val="dk1"/>
                        </a:buClr>
                        <a:buSzPts val="1400"/>
                        <a:buFont typeface="Calibri"/>
                        <a:buAutoNum type="arabicPeriod"/>
                      </a:pPr>
                      <a:r>
                        <a:rPr b="0" i="0" lang="en" sz="1400">
                          <a:solidFill>
                            <a:schemeClr val="dk1"/>
                          </a:solidFill>
                          <a:latin typeface="Calibri"/>
                          <a:ea typeface="Calibri"/>
                          <a:cs typeface="Calibri"/>
                          <a:sym typeface="Calibri"/>
                        </a:rPr>
                        <a:t>Regulatory Compliance: Governments and regulatory bodies worldwide are implementing stricter regulations and guidelines related to water quality. This creates opportunities for companies providing water monitoring solutions to help meet compliance requirements.</a:t>
                      </a:r>
                      <a:endParaRPr sz="1100"/>
                    </a:p>
                    <a:p>
                      <a:pPr indent="0" lvl="0" marL="0" marR="0" rtl="0" algn="l">
                        <a:spcBef>
                          <a:spcPts val="0"/>
                        </a:spcBef>
                        <a:spcAft>
                          <a:spcPts val="0"/>
                        </a:spcAft>
                        <a:buNone/>
                      </a:pPr>
                      <a:r>
                        <a:t/>
                      </a:r>
                      <a:endParaRPr b="0" i="0" sz="1400">
                        <a:solidFill>
                          <a:schemeClr val="dk1"/>
                        </a:solidFill>
                        <a:latin typeface="Calibri"/>
                        <a:ea typeface="Calibri"/>
                        <a:cs typeface="Calibri"/>
                        <a:sym typeface="Calibri"/>
                      </a:endParaRPr>
                    </a:p>
                    <a:p>
                      <a:pPr indent="0" lvl="0" marL="0" marR="0" rtl="1" algn="l">
                        <a:spcBef>
                          <a:spcPts val="0"/>
                        </a:spcBef>
                        <a:spcAft>
                          <a:spcPts val="0"/>
                        </a:spcAft>
                        <a:buNone/>
                      </a:pPr>
                      <a:r>
                        <a:t/>
                      </a:r>
                      <a:endParaRPr sz="1400">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2000"/>
          </a:blip>
          <a:stretch>
            <a:fillRect/>
          </a:stretch>
        </a:blipFill>
      </p:bgPr>
    </p:bg>
    <p:spTree>
      <p:nvGrpSpPr>
        <p:cNvPr id="858" name="Shape 858"/>
        <p:cNvGrpSpPr/>
        <p:nvPr/>
      </p:nvGrpSpPr>
      <p:grpSpPr>
        <a:xfrm>
          <a:off x="0" y="0"/>
          <a:ext cx="0" cy="0"/>
          <a:chOff x="0" y="0"/>
          <a:chExt cx="0" cy="0"/>
        </a:xfrm>
      </p:grpSpPr>
      <p:sp>
        <p:nvSpPr>
          <p:cNvPr id="859" name="Google Shape;859;g2611b39a811_0_168"/>
          <p:cNvSpPr/>
          <p:nvPr/>
        </p:nvSpPr>
        <p:spPr>
          <a:xfrm>
            <a:off x="0" y="0"/>
            <a:ext cx="9144000" cy="90000"/>
          </a:xfrm>
          <a:prstGeom prst="rect">
            <a:avLst/>
          </a:prstGeom>
          <a:solidFill>
            <a:srgbClr val="F9B6B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860" name="Google Shape;860;g2611b39a811_0_168"/>
          <p:cNvSpPr txBox="1"/>
          <p:nvPr/>
        </p:nvSpPr>
        <p:spPr>
          <a:xfrm>
            <a:off x="2286000" y="90055"/>
            <a:ext cx="4572000" cy="4386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2400" u="sng" cap="none" strike="noStrike">
                <a:solidFill>
                  <a:schemeClr val="dk1"/>
                </a:solidFill>
                <a:latin typeface="Times New Roman"/>
                <a:ea typeface="Times New Roman"/>
                <a:cs typeface="Times New Roman"/>
                <a:sym typeface="Times New Roman"/>
              </a:rPr>
              <a:t>Business Plan</a:t>
            </a:r>
            <a:endParaRPr b="0" i="0" sz="2400" u="none" cap="none" strike="noStrike">
              <a:solidFill>
                <a:schemeClr val="dk1"/>
              </a:solidFill>
              <a:latin typeface="Arial"/>
              <a:ea typeface="Arial"/>
              <a:cs typeface="Arial"/>
              <a:sym typeface="Arial"/>
            </a:endParaRPr>
          </a:p>
        </p:txBody>
      </p:sp>
      <p:graphicFrame>
        <p:nvGraphicFramePr>
          <p:cNvPr id="861" name="Google Shape;861;g2611b39a811_0_168"/>
          <p:cNvGraphicFramePr/>
          <p:nvPr/>
        </p:nvGraphicFramePr>
        <p:xfrm>
          <a:off x="333787" y="455013"/>
          <a:ext cx="3000000" cy="3000000"/>
        </p:xfrm>
        <a:graphic>
          <a:graphicData uri="http://schemas.openxmlformats.org/drawingml/2006/table">
            <a:tbl>
              <a:tblPr bandRow="1" firstRow="1">
                <a:noFill/>
                <a:tableStyleId>{83F843FB-446E-4956-9CE9-3FD8BD2A16BF}</a:tableStyleId>
              </a:tblPr>
              <a:tblGrid>
                <a:gridCol w="8756075"/>
              </a:tblGrid>
              <a:tr h="381825">
                <a:tc>
                  <a:txBody>
                    <a:bodyPr/>
                    <a:lstStyle/>
                    <a:p>
                      <a:pPr indent="0" lvl="0" marL="0" marR="0" rtl="0" algn="ctr">
                        <a:spcBef>
                          <a:spcPts val="0"/>
                        </a:spcBef>
                        <a:spcAft>
                          <a:spcPts val="0"/>
                        </a:spcAft>
                        <a:buNone/>
                      </a:pPr>
                      <a:r>
                        <a:rPr b="1" lang="en" sz="1200">
                          <a:solidFill>
                            <a:schemeClr val="lt1"/>
                          </a:solidFill>
                          <a:latin typeface="Poppins"/>
                          <a:ea typeface="Poppins"/>
                          <a:cs typeface="Poppins"/>
                          <a:sym typeface="Poppins"/>
                        </a:rPr>
                        <a:t>Financial Projections </a:t>
                      </a:r>
                      <a:r>
                        <a:rPr b="1" lang="en" sz="900">
                          <a:solidFill>
                            <a:schemeClr val="lt1"/>
                          </a:solidFill>
                          <a:latin typeface="Calibri"/>
                          <a:ea typeface="Calibri"/>
                          <a:cs typeface="Calibri"/>
                          <a:sym typeface="Calibri"/>
                        </a:rPr>
                        <a:t>Financial Goals - Budget in Detail - Future Plans</a:t>
                      </a:r>
                      <a:endParaRPr sz="1100"/>
                    </a:p>
                  </a:txBody>
                  <a:tcPr marT="47625" marB="47625" marR="47625" marL="476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alpha val="57650"/>
                      </a:srgbClr>
                    </a:solidFill>
                  </a:tcPr>
                </a:tc>
              </a:tr>
              <a:tr h="4216625">
                <a:tc>
                  <a:txBody>
                    <a:bodyPr/>
                    <a:lstStyle/>
                    <a:p>
                      <a:pPr indent="0" lvl="0" marL="0" marR="0" rtl="0" algn="l">
                        <a:spcBef>
                          <a:spcPts val="0"/>
                        </a:spcBef>
                        <a:spcAft>
                          <a:spcPts val="0"/>
                        </a:spcAft>
                        <a:buNone/>
                      </a:pPr>
                      <a:r>
                        <a:rPr b="1" i="0" lang="en" sz="1400">
                          <a:solidFill>
                            <a:schemeClr val="dk1"/>
                          </a:solidFill>
                          <a:latin typeface="Calibri"/>
                          <a:ea typeface="Calibri"/>
                          <a:cs typeface="Calibri"/>
                          <a:sym typeface="Calibri"/>
                        </a:rPr>
                        <a:t>Financial Goals</a:t>
                      </a:r>
                      <a:r>
                        <a:rPr b="0" i="0" lang="en" sz="1400">
                          <a:solidFill>
                            <a:schemeClr val="dk1"/>
                          </a:solidFill>
                          <a:latin typeface="Calibri"/>
                          <a:ea typeface="Calibri"/>
                          <a:cs typeface="Calibri"/>
                          <a:sym typeface="Calibri"/>
                        </a:rPr>
                        <a:t>:</a:t>
                      </a:r>
                      <a:endParaRPr sz="1100"/>
                    </a:p>
                    <a:p>
                      <a:pPr indent="0" lvl="0" marL="0" marR="0" rtl="0" algn="l">
                        <a:spcBef>
                          <a:spcPts val="0"/>
                        </a:spcBef>
                        <a:spcAft>
                          <a:spcPts val="0"/>
                        </a:spcAft>
                        <a:buNone/>
                      </a:pPr>
                      <a:r>
                        <a:rPr b="0" i="0" lang="en" sz="1400">
                          <a:solidFill>
                            <a:schemeClr val="dk1"/>
                          </a:solidFill>
                          <a:latin typeface="Calibri"/>
                          <a:ea typeface="Calibri"/>
                          <a:cs typeface="Calibri"/>
                          <a:sym typeface="Calibri"/>
                        </a:rPr>
                        <a:t>covering the initial investment, maintaining and upgrading sensor equipment, funding ongoing operational expenses, and ensuring long-term sustainability.</a:t>
                      </a:r>
                      <a:endParaRPr sz="1100"/>
                    </a:p>
                    <a:p>
                      <a:pPr indent="0" lvl="0" marL="0" marR="0" rtl="0" algn="l">
                        <a:spcBef>
                          <a:spcPts val="0"/>
                        </a:spcBef>
                        <a:spcAft>
                          <a:spcPts val="0"/>
                        </a:spcAft>
                        <a:buNone/>
                      </a:pPr>
                      <a:r>
                        <a:rPr b="0" i="0" lang="en" sz="1400">
                          <a:solidFill>
                            <a:schemeClr val="dk1"/>
                          </a:solidFill>
                          <a:latin typeface="Calibri"/>
                          <a:ea typeface="Calibri"/>
                          <a:cs typeface="Calibri"/>
                          <a:sym typeface="Calibri"/>
                        </a:rPr>
                        <a:t>Define objectives related to revenue generation, if applicable, such as monetizing collected data or offering consulting services based on the insights obtained.</a:t>
                      </a:r>
                      <a:endParaRPr sz="1100"/>
                    </a:p>
                    <a:p>
                      <a:pPr indent="0" lvl="0" marL="0" marR="0" rtl="0" algn="l">
                        <a:spcBef>
                          <a:spcPts val="0"/>
                        </a:spcBef>
                        <a:spcAft>
                          <a:spcPts val="0"/>
                        </a:spcAft>
                        <a:buNone/>
                      </a:pPr>
                      <a:r>
                        <a:rPr b="0" i="0" lang="en" sz="1400">
                          <a:solidFill>
                            <a:schemeClr val="dk1"/>
                          </a:solidFill>
                          <a:latin typeface="Calibri"/>
                          <a:ea typeface="Calibri"/>
                          <a:cs typeface="Calibri"/>
                          <a:sym typeface="Calibri"/>
                        </a:rPr>
                        <a:t>Consider long-term financial goals beyond the project, such as saving for future expansions or diversifying revenue streams.</a:t>
                      </a:r>
                      <a:endParaRPr sz="1100"/>
                    </a:p>
                    <a:p>
                      <a:pPr indent="0" lvl="0" marL="0" marR="0" rtl="1" algn="l">
                        <a:spcBef>
                          <a:spcPts val="0"/>
                        </a:spcBef>
                        <a:spcAft>
                          <a:spcPts val="0"/>
                        </a:spcAft>
                        <a:buNone/>
                      </a:pPr>
                      <a:r>
                        <a:rPr b="1" lang="en" sz="1400">
                          <a:solidFill>
                            <a:schemeClr val="dk1"/>
                          </a:solidFill>
                        </a:rPr>
                        <a:t>Budget in details:</a:t>
                      </a:r>
                      <a:endParaRPr b="1" sz="1400">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862" name="Google Shape;862;g2611b39a811_0_168"/>
          <p:cNvPicPr preferRelativeResize="0"/>
          <p:nvPr/>
        </p:nvPicPr>
        <p:blipFill>
          <a:blip r:embed="rId4">
            <a:alphaModFix/>
          </a:blip>
          <a:stretch>
            <a:fillRect/>
          </a:stretch>
        </p:blipFill>
        <p:spPr>
          <a:xfrm>
            <a:off x="723325" y="2188852"/>
            <a:ext cx="7976974" cy="286462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2000"/>
          </a:blip>
          <a:stretch>
            <a:fillRect/>
          </a:stretch>
        </a:blipFill>
      </p:bgPr>
    </p:bg>
    <p:spTree>
      <p:nvGrpSpPr>
        <p:cNvPr id="866" name="Shape 866"/>
        <p:cNvGrpSpPr/>
        <p:nvPr/>
      </p:nvGrpSpPr>
      <p:grpSpPr>
        <a:xfrm>
          <a:off x="0" y="0"/>
          <a:ext cx="0" cy="0"/>
          <a:chOff x="0" y="0"/>
          <a:chExt cx="0" cy="0"/>
        </a:xfrm>
      </p:grpSpPr>
      <p:sp>
        <p:nvSpPr>
          <p:cNvPr id="867" name="Google Shape;867;g2611b39a811_0_251"/>
          <p:cNvSpPr/>
          <p:nvPr/>
        </p:nvSpPr>
        <p:spPr>
          <a:xfrm>
            <a:off x="0" y="0"/>
            <a:ext cx="9144000" cy="90000"/>
          </a:xfrm>
          <a:prstGeom prst="rect">
            <a:avLst/>
          </a:prstGeom>
          <a:solidFill>
            <a:srgbClr val="F9B6B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graphicFrame>
        <p:nvGraphicFramePr>
          <p:cNvPr id="868" name="Google Shape;868;g2611b39a811_0_251"/>
          <p:cNvGraphicFramePr/>
          <p:nvPr/>
        </p:nvGraphicFramePr>
        <p:xfrm>
          <a:off x="0" y="90055"/>
          <a:ext cx="3000000" cy="3000000"/>
        </p:xfrm>
        <a:graphic>
          <a:graphicData uri="http://schemas.openxmlformats.org/drawingml/2006/table">
            <a:tbl>
              <a:tblPr>
                <a:noFill/>
                <a:tableStyleId>{83F843FB-446E-4956-9CE9-3FD8BD2A16BF}</a:tableStyleId>
              </a:tblPr>
              <a:tblGrid>
                <a:gridCol w="1238250"/>
                <a:gridCol w="1362075"/>
                <a:gridCol w="1943100"/>
                <a:gridCol w="1658450"/>
                <a:gridCol w="2942125"/>
              </a:tblGrid>
              <a:tr h="257175">
                <a:tc gridSpan="3">
                  <a:txBody>
                    <a:bodyPr/>
                    <a:lstStyle/>
                    <a:p>
                      <a:pPr indent="0" lvl="0" marL="0" marR="0" rtl="0" algn="l">
                        <a:lnSpc>
                          <a:spcPct val="100000"/>
                        </a:lnSpc>
                        <a:spcBef>
                          <a:spcPts val="0"/>
                        </a:spcBef>
                        <a:spcAft>
                          <a:spcPts val="0"/>
                        </a:spcAft>
                        <a:buNone/>
                      </a:pPr>
                      <a:r>
                        <a:rPr b="1" lang="en" sz="900">
                          <a:latin typeface="Poppins"/>
                          <a:ea typeface="Poppins"/>
                          <a:cs typeface="Poppins"/>
                          <a:sym typeface="Poppins"/>
                        </a:rPr>
                        <a:t> Business Model Canvas</a:t>
                      </a:r>
                      <a:endParaRPr b="1" sz="900">
                        <a:latin typeface="Poppins"/>
                        <a:ea typeface="Poppins"/>
                        <a:cs typeface="Poppins"/>
                        <a:sym typeface="Poppins"/>
                      </a:endParaRPr>
                    </a:p>
                  </a:txBody>
                  <a:tcPr marT="46900" marB="46900" marR="56275" marL="46900">
                    <a:solidFill>
                      <a:srgbClr val="BBD6EE"/>
                    </a:solidFill>
                  </a:tcPr>
                </a:tc>
                <a:tc hMerge="1"/>
                <a:tc hMerge="1"/>
                <a:tc gridSpan="2">
                  <a:txBody>
                    <a:bodyPr/>
                    <a:lstStyle/>
                    <a:p>
                      <a:pPr indent="0" lvl="0" marL="25400" marR="0" rtl="0" algn="l">
                        <a:lnSpc>
                          <a:spcPct val="100000"/>
                        </a:lnSpc>
                        <a:spcBef>
                          <a:spcPts val="0"/>
                        </a:spcBef>
                        <a:spcAft>
                          <a:spcPts val="0"/>
                        </a:spcAft>
                        <a:buNone/>
                      </a:pPr>
                      <a:r>
                        <a:rPr b="1" lang="en" sz="900">
                          <a:latin typeface="Poppins"/>
                          <a:ea typeface="Poppins"/>
                          <a:cs typeface="Poppins"/>
                          <a:sym typeface="Poppins"/>
                        </a:rPr>
                        <a:t>Team: ASWQM</a:t>
                      </a:r>
                      <a:endParaRPr b="1" sz="900">
                        <a:latin typeface="Poppins"/>
                        <a:ea typeface="Poppins"/>
                        <a:cs typeface="Poppins"/>
                        <a:sym typeface="Poppins"/>
                      </a:endParaRPr>
                    </a:p>
                  </a:txBody>
                  <a:tcPr marT="46900" marB="46900" marR="56275" marL="46900" anchor="b">
                    <a:solidFill>
                      <a:srgbClr val="BBD6EE"/>
                    </a:solidFill>
                  </a:tcPr>
                </a:tc>
                <a:tc hMerge="1"/>
              </a:tr>
              <a:tr h="991175">
                <a:tc rowSpan="3">
                  <a:txBody>
                    <a:bodyPr/>
                    <a:lstStyle/>
                    <a:p>
                      <a:pPr indent="0" lvl="0" marL="50800" marR="0" rtl="0" algn="l">
                        <a:lnSpc>
                          <a:spcPct val="100000"/>
                        </a:lnSpc>
                        <a:spcBef>
                          <a:spcPts val="0"/>
                        </a:spcBef>
                        <a:spcAft>
                          <a:spcPts val="0"/>
                        </a:spcAft>
                        <a:buNone/>
                      </a:pPr>
                      <a:r>
                        <a:rPr b="1" lang="en" sz="900">
                          <a:latin typeface="Poppins"/>
                          <a:ea typeface="Poppins"/>
                          <a:cs typeface="Poppins"/>
                          <a:sym typeface="Poppins"/>
                        </a:rPr>
                        <a:t>Key Partners</a:t>
                      </a:r>
                      <a:endParaRPr sz="900">
                        <a:latin typeface="Poppins"/>
                        <a:ea typeface="Poppins"/>
                        <a:cs typeface="Poppins"/>
                        <a:sym typeface="Poppins"/>
                      </a:endParaRPr>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1- Sensor Manufacturers</a:t>
                      </a:r>
                      <a:endParaRPr sz="1100"/>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2-Technology Providers</a:t>
                      </a:r>
                      <a:endParaRPr sz="1100"/>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3- Water Quality Monitoring Stations</a:t>
                      </a:r>
                      <a:endParaRPr sz="1100"/>
                    </a:p>
                    <a:p>
                      <a:pPr indent="0" lvl="0" marL="50800" marR="0" rtl="0" algn="l">
                        <a:lnSpc>
                          <a:spcPct val="100000"/>
                        </a:lnSpc>
                        <a:spcBef>
                          <a:spcPts val="1800"/>
                        </a:spcBef>
                        <a:spcAft>
                          <a:spcPts val="0"/>
                        </a:spcAft>
                        <a:buClr>
                          <a:schemeClr val="dk1"/>
                        </a:buClr>
                        <a:buSzPts val="900"/>
                        <a:buFont typeface="Poppins"/>
                        <a:buNone/>
                      </a:pPr>
                      <a:r>
                        <a:rPr lang="en" sz="900">
                          <a:latin typeface="Poppins"/>
                          <a:ea typeface="Poppins"/>
                          <a:cs typeface="Poppins"/>
                          <a:sym typeface="Poppins"/>
                        </a:rPr>
                        <a:t>4-</a:t>
                      </a:r>
                      <a:r>
                        <a:rPr b="0" i="0" lang="en" sz="900">
                          <a:solidFill>
                            <a:schemeClr val="dk1"/>
                          </a:solidFill>
                          <a:latin typeface="Calibri"/>
                          <a:ea typeface="Calibri"/>
                          <a:cs typeface="Calibri"/>
                          <a:sym typeface="Calibri"/>
                        </a:rPr>
                        <a:t>Distributors</a:t>
                      </a:r>
                      <a:endParaRPr sz="900">
                        <a:latin typeface="Poppins"/>
                        <a:ea typeface="Poppins"/>
                        <a:cs typeface="Poppins"/>
                        <a:sym typeface="Poppins"/>
                      </a:endParaRPr>
                    </a:p>
                    <a:p>
                      <a:pPr indent="0" lvl="0" marL="50800" marR="0" rtl="0" algn="l">
                        <a:lnSpc>
                          <a:spcPct val="100000"/>
                        </a:lnSpc>
                        <a:spcBef>
                          <a:spcPts val="1800"/>
                        </a:spcBef>
                        <a:spcAft>
                          <a:spcPts val="0"/>
                        </a:spcAft>
                        <a:buNone/>
                      </a:pPr>
                      <a:r>
                        <a:t/>
                      </a:r>
                      <a:endParaRPr sz="900">
                        <a:latin typeface="Poppins"/>
                        <a:ea typeface="Poppins"/>
                        <a:cs typeface="Poppins"/>
                        <a:sym typeface="Poppins"/>
                      </a:endParaRPr>
                    </a:p>
                  </a:txBody>
                  <a:tcPr marT="46900" marB="46900" marR="56275" marL="46900">
                    <a:solidFill>
                      <a:srgbClr val="DDEAF6"/>
                    </a:solidFill>
                  </a:tcPr>
                </a:tc>
                <a:tc rowSpan="2">
                  <a:txBody>
                    <a:bodyPr/>
                    <a:lstStyle/>
                    <a:p>
                      <a:pPr indent="0" lvl="0" marL="50800" marR="0" rtl="0" algn="l">
                        <a:lnSpc>
                          <a:spcPct val="100000"/>
                        </a:lnSpc>
                        <a:spcBef>
                          <a:spcPts val="0"/>
                        </a:spcBef>
                        <a:spcAft>
                          <a:spcPts val="0"/>
                        </a:spcAft>
                        <a:buNone/>
                      </a:pPr>
                      <a:r>
                        <a:rPr b="1" lang="en" sz="900">
                          <a:latin typeface="Poppins"/>
                          <a:ea typeface="Poppins"/>
                          <a:cs typeface="Poppins"/>
                          <a:sym typeface="Poppins"/>
                        </a:rPr>
                        <a:t>Key Activities</a:t>
                      </a:r>
                      <a:endParaRPr sz="1100"/>
                    </a:p>
                    <a:p>
                      <a:pPr indent="0" lvl="0" marL="50800" marR="0" rtl="0" algn="l">
                        <a:lnSpc>
                          <a:spcPct val="100000"/>
                        </a:lnSpc>
                        <a:spcBef>
                          <a:spcPts val="1800"/>
                        </a:spcBef>
                        <a:spcAft>
                          <a:spcPts val="0"/>
                        </a:spcAft>
                        <a:buNone/>
                      </a:pPr>
                      <a:r>
                        <a:rPr lang="en" sz="900">
                          <a:latin typeface="Poppins"/>
                          <a:ea typeface="Poppins"/>
                          <a:cs typeface="Poppins"/>
                          <a:sym typeface="Poppins"/>
                        </a:rPr>
                        <a:t> 1- </a:t>
                      </a:r>
                      <a:r>
                        <a:rPr b="0" i="0" lang="en" sz="900">
                          <a:solidFill>
                            <a:schemeClr val="dk1"/>
                          </a:solidFill>
                          <a:latin typeface="Calibri"/>
                          <a:ea typeface="Calibri"/>
                          <a:cs typeface="Calibri"/>
                          <a:sym typeface="Calibri"/>
                        </a:rPr>
                        <a:t>Hardware Development</a:t>
                      </a:r>
                      <a:endParaRPr sz="1100"/>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2-Software Development</a:t>
                      </a:r>
                      <a:endParaRPr sz="1100"/>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3-Data Transmission &amp; Analysis</a:t>
                      </a:r>
                      <a:endParaRPr sz="1100"/>
                    </a:p>
                    <a:p>
                      <a:pPr indent="0" lvl="0" marL="50800" marR="0" rtl="0" algn="l">
                        <a:lnSpc>
                          <a:spcPct val="100000"/>
                        </a:lnSpc>
                        <a:spcBef>
                          <a:spcPts val="1800"/>
                        </a:spcBef>
                        <a:spcAft>
                          <a:spcPts val="0"/>
                        </a:spcAft>
                        <a:buNone/>
                      </a:pPr>
                      <a:r>
                        <a:t/>
                      </a:r>
                      <a:endParaRPr sz="900">
                        <a:latin typeface="Poppins"/>
                        <a:ea typeface="Poppins"/>
                        <a:cs typeface="Poppins"/>
                        <a:sym typeface="Poppins"/>
                      </a:endParaRPr>
                    </a:p>
                  </a:txBody>
                  <a:tcPr marT="46900" marB="46900" marR="56275" marL="46900">
                    <a:solidFill>
                      <a:srgbClr val="DDEAF6"/>
                    </a:solidFill>
                  </a:tcPr>
                </a:tc>
                <a:tc rowSpan="3">
                  <a:txBody>
                    <a:bodyPr/>
                    <a:lstStyle/>
                    <a:p>
                      <a:pPr indent="0" lvl="0" marL="50800" marR="0" rtl="0" algn="l">
                        <a:lnSpc>
                          <a:spcPct val="100000"/>
                        </a:lnSpc>
                        <a:spcBef>
                          <a:spcPts val="0"/>
                        </a:spcBef>
                        <a:spcAft>
                          <a:spcPts val="0"/>
                        </a:spcAft>
                        <a:buNone/>
                      </a:pPr>
                      <a:r>
                        <a:rPr b="1" lang="en" sz="900">
                          <a:latin typeface="Poppins"/>
                          <a:ea typeface="Poppins"/>
                          <a:cs typeface="Poppins"/>
                          <a:sym typeface="Poppins"/>
                        </a:rPr>
                        <a:t>Value Propositions</a:t>
                      </a:r>
                      <a:r>
                        <a:rPr lang="en" sz="900">
                          <a:latin typeface="Poppins"/>
                          <a:ea typeface="Poppins"/>
                          <a:cs typeface="Poppins"/>
                          <a:sym typeface="Poppins"/>
                        </a:rPr>
                        <a:t> </a:t>
                      </a:r>
                      <a:endParaRPr sz="1100"/>
                    </a:p>
                    <a:p>
                      <a:pPr indent="0" lvl="0" marL="50800" marR="0" rtl="0" algn="l">
                        <a:lnSpc>
                          <a:spcPct val="100000"/>
                        </a:lnSpc>
                        <a:spcBef>
                          <a:spcPts val="1800"/>
                        </a:spcBef>
                        <a:spcAft>
                          <a:spcPts val="0"/>
                        </a:spcAft>
                        <a:buNone/>
                      </a:pPr>
                      <a:r>
                        <a:rPr lang="en" sz="900">
                          <a:latin typeface="Poppins"/>
                          <a:ea typeface="Poppins"/>
                          <a:cs typeface="Poppins"/>
                          <a:sym typeface="Poppins"/>
                        </a:rPr>
                        <a:t>-</a:t>
                      </a:r>
                      <a:r>
                        <a:rPr b="0" i="0" lang="en" sz="900">
                          <a:solidFill>
                            <a:schemeClr val="dk1"/>
                          </a:solidFill>
                          <a:latin typeface="Calibri"/>
                          <a:ea typeface="Calibri"/>
                          <a:cs typeface="Calibri"/>
                          <a:sym typeface="Calibri"/>
                        </a:rPr>
                        <a:t>Advanced Water Quality Monitoring</a:t>
                      </a:r>
                      <a:endParaRPr sz="1100"/>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-Remote Monitoring and Control</a:t>
                      </a:r>
                      <a:endParaRPr sz="1100"/>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-Cost-Effective Solution</a:t>
                      </a:r>
                      <a:endParaRPr sz="1100"/>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-User friendly Visualization</a:t>
                      </a:r>
                      <a:endParaRPr sz="900">
                        <a:latin typeface="Poppins"/>
                        <a:ea typeface="Poppins"/>
                        <a:cs typeface="Poppins"/>
                        <a:sym typeface="Poppins"/>
                      </a:endParaRPr>
                    </a:p>
                  </a:txBody>
                  <a:tcPr marT="46900" marB="46900" marR="56275" marL="46900">
                    <a:solidFill>
                      <a:srgbClr val="DDEAF6"/>
                    </a:solidFill>
                  </a:tcPr>
                </a:tc>
                <a:tc>
                  <a:txBody>
                    <a:bodyPr/>
                    <a:lstStyle/>
                    <a:p>
                      <a:pPr indent="0" lvl="0" marL="0" marR="0" rtl="1" algn="l">
                        <a:lnSpc>
                          <a:spcPct val="100000"/>
                        </a:lnSpc>
                        <a:spcBef>
                          <a:spcPts val="0"/>
                        </a:spcBef>
                        <a:spcAft>
                          <a:spcPts val="0"/>
                        </a:spcAft>
                        <a:buNone/>
                      </a:pPr>
                      <a:r>
                        <a:rPr b="1" lang="en" sz="900">
                          <a:latin typeface="Poppins"/>
                          <a:ea typeface="Poppins"/>
                          <a:cs typeface="Poppins"/>
                          <a:sym typeface="Poppins"/>
                        </a:rPr>
                        <a:t>Customer Relationships</a:t>
                      </a:r>
                      <a:endParaRPr sz="1100"/>
                    </a:p>
                    <a:p>
                      <a:pPr indent="0" lvl="0" marL="50800" marR="0" rtl="0" algn="l">
                        <a:lnSpc>
                          <a:spcPct val="100000"/>
                        </a:lnSpc>
                        <a:spcBef>
                          <a:spcPts val="900"/>
                        </a:spcBef>
                        <a:spcAft>
                          <a:spcPts val="0"/>
                        </a:spcAft>
                        <a:buNone/>
                      </a:pPr>
                      <a:r>
                        <a:rPr lang="en" sz="900">
                          <a:latin typeface="Poppins"/>
                          <a:ea typeface="Poppins"/>
                          <a:cs typeface="Poppins"/>
                          <a:sym typeface="Poppins"/>
                        </a:rPr>
                        <a:t> -</a:t>
                      </a:r>
                      <a:r>
                        <a:rPr b="0" i="0" lang="en" sz="900">
                          <a:solidFill>
                            <a:schemeClr val="dk1"/>
                          </a:solidFill>
                          <a:latin typeface="Calibri"/>
                          <a:ea typeface="Calibri"/>
                          <a:cs typeface="Calibri"/>
                          <a:sym typeface="Calibri"/>
                        </a:rPr>
                        <a:t>Consultative Approach</a:t>
                      </a:r>
                      <a:endParaRPr sz="1100"/>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-Ongoing Support</a:t>
                      </a:r>
                      <a:endParaRPr sz="900">
                        <a:latin typeface="Poppins"/>
                        <a:ea typeface="Poppins"/>
                        <a:cs typeface="Poppins"/>
                        <a:sym typeface="Poppins"/>
                      </a:endParaRPr>
                    </a:p>
                  </a:txBody>
                  <a:tcPr marT="46900" marB="46900" marR="56275" marL="46900">
                    <a:solidFill>
                      <a:srgbClr val="DDEAF6"/>
                    </a:solidFill>
                  </a:tcPr>
                </a:tc>
                <a:tc rowSpan="3">
                  <a:txBody>
                    <a:bodyPr/>
                    <a:lstStyle/>
                    <a:p>
                      <a:pPr indent="0" lvl="0" marL="50800" marR="0" rtl="0" algn="l">
                        <a:lnSpc>
                          <a:spcPct val="100000"/>
                        </a:lnSpc>
                        <a:spcBef>
                          <a:spcPts val="0"/>
                        </a:spcBef>
                        <a:spcAft>
                          <a:spcPts val="0"/>
                        </a:spcAft>
                        <a:buNone/>
                      </a:pPr>
                      <a:r>
                        <a:rPr b="1" lang="en" sz="900">
                          <a:latin typeface="Calibri"/>
                          <a:ea typeface="Calibri"/>
                          <a:cs typeface="Calibri"/>
                          <a:sym typeface="Calibri"/>
                        </a:rPr>
                        <a:t>Customer Segments</a:t>
                      </a:r>
                      <a:endParaRPr sz="1100"/>
                    </a:p>
                    <a:p>
                      <a:pPr indent="0" lvl="0" marL="50800" marR="0" rtl="0" algn="l">
                        <a:lnSpc>
                          <a:spcPct val="100000"/>
                        </a:lnSpc>
                        <a:spcBef>
                          <a:spcPts val="1800"/>
                        </a:spcBef>
                        <a:spcAft>
                          <a:spcPts val="0"/>
                        </a:spcAft>
                        <a:buNone/>
                      </a:pPr>
                      <a:r>
                        <a:rPr lang="en" sz="900">
                          <a:latin typeface="Calibri"/>
                          <a:ea typeface="Calibri"/>
                          <a:cs typeface="Calibri"/>
                          <a:sym typeface="Calibri"/>
                        </a:rPr>
                        <a:t>1-</a:t>
                      </a:r>
                      <a:r>
                        <a:rPr b="0" i="0" lang="en" sz="900">
                          <a:solidFill>
                            <a:schemeClr val="dk1"/>
                          </a:solidFill>
                          <a:latin typeface="Calibri"/>
                          <a:ea typeface="Calibri"/>
                          <a:cs typeface="Calibri"/>
                          <a:sym typeface="Calibri"/>
                        </a:rPr>
                        <a:t>Environmental Agencies</a:t>
                      </a:r>
                      <a:endParaRPr sz="1100"/>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2-Households </a:t>
                      </a:r>
                      <a:endParaRPr sz="1100"/>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3-</a:t>
                      </a:r>
                      <a:r>
                        <a:rPr lang="en" sz="900"/>
                        <a:t>water treatment facilities</a:t>
                      </a:r>
                      <a:endParaRPr sz="900"/>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4-Water Resource Managers</a:t>
                      </a:r>
                      <a:endParaRPr sz="1100"/>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5-Research Institutions</a:t>
                      </a:r>
                      <a:endParaRPr sz="1100"/>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6- </a:t>
                      </a:r>
                      <a:r>
                        <a:rPr lang="en" sz="900"/>
                        <a:t>industries relying on clean water sources</a:t>
                      </a:r>
                      <a:endParaRPr sz="900">
                        <a:latin typeface="Calibri"/>
                        <a:ea typeface="Calibri"/>
                        <a:cs typeface="Calibri"/>
                        <a:sym typeface="Calibri"/>
                      </a:endParaRPr>
                    </a:p>
                  </a:txBody>
                  <a:tcPr marT="46900" marB="46900" marR="56275" marL="46900">
                    <a:solidFill>
                      <a:srgbClr val="DDEAF6"/>
                    </a:solidFill>
                  </a:tcPr>
                </a:tc>
              </a:tr>
              <a:tr h="1200800">
                <a:tc vMerge="1"/>
                <a:tc vMerge="1"/>
                <a:tc vMerge="1"/>
                <a:tc rowSpan="2">
                  <a:txBody>
                    <a:bodyPr/>
                    <a:lstStyle/>
                    <a:p>
                      <a:pPr indent="0" lvl="0" marL="50800" marR="0" rtl="0" algn="l">
                        <a:lnSpc>
                          <a:spcPct val="100000"/>
                        </a:lnSpc>
                        <a:spcBef>
                          <a:spcPts val="0"/>
                        </a:spcBef>
                        <a:spcAft>
                          <a:spcPts val="0"/>
                        </a:spcAft>
                        <a:buNone/>
                      </a:pPr>
                      <a:r>
                        <a:rPr b="1" lang="en" sz="900">
                          <a:latin typeface="Poppins"/>
                          <a:ea typeface="Poppins"/>
                          <a:cs typeface="Poppins"/>
                          <a:sym typeface="Poppins"/>
                        </a:rPr>
                        <a:t>Channels</a:t>
                      </a:r>
                      <a:endParaRPr sz="1100"/>
                    </a:p>
                    <a:p>
                      <a:pPr indent="0" lvl="0" marL="50800" marR="0" rtl="0" algn="l">
                        <a:lnSpc>
                          <a:spcPct val="100000"/>
                        </a:lnSpc>
                        <a:spcBef>
                          <a:spcPts val="1800"/>
                        </a:spcBef>
                        <a:spcAft>
                          <a:spcPts val="0"/>
                        </a:spcAft>
                        <a:buNone/>
                      </a:pPr>
                      <a:r>
                        <a:rPr lang="en" sz="900">
                          <a:latin typeface="Poppins"/>
                          <a:ea typeface="Poppins"/>
                          <a:cs typeface="Poppins"/>
                          <a:sym typeface="Poppins"/>
                        </a:rPr>
                        <a:t> -</a:t>
                      </a:r>
                      <a:r>
                        <a:rPr b="0" i="0" lang="en" sz="900">
                          <a:solidFill>
                            <a:schemeClr val="dk1"/>
                          </a:solidFill>
                          <a:latin typeface="Calibri"/>
                          <a:ea typeface="Calibri"/>
                          <a:cs typeface="Calibri"/>
                          <a:sym typeface="Calibri"/>
                        </a:rPr>
                        <a:t>Direct Sales</a:t>
                      </a:r>
                      <a:endParaRPr sz="1100"/>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-Boat Booking</a:t>
                      </a:r>
                      <a:endParaRPr sz="1100"/>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-Online Platforms(Mobile apps)</a:t>
                      </a:r>
                      <a:endParaRPr sz="900">
                        <a:latin typeface="Poppins"/>
                        <a:ea typeface="Poppins"/>
                        <a:cs typeface="Poppins"/>
                        <a:sym typeface="Poppins"/>
                      </a:endParaRPr>
                    </a:p>
                  </a:txBody>
                  <a:tcPr marT="46900" marB="46900" marR="56275" marL="46900">
                    <a:solidFill>
                      <a:srgbClr val="DDEAF6"/>
                    </a:solidFill>
                  </a:tcPr>
                </a:tc>
                <a:tc vMerge="1"/>
              </a:tr>
              <a:tr h="1106175">
                <a:tc vMerge="1"/>
                <a:tc>
                  <a:txBody>
                    <a:bodyPr/>
                    <a:lstStyle/>
                    <a:p>
                      <a:pPr indent="0" lvl="0" marL="50800" marR="0" rtl="0" algn="l">
                        <a:lnSpc>
                          <a:spcPct val="100000"/>
                        </a:lnSpc>
                        <a:spcBef>
                          <a:spcPts val="0"/>
                        </a:spcBef>
                        <a:spcAft>
                          <a:spcPts val="0"/>
                        </a:spcAft>
                        <a:buNone/>
                      </a:pPr>
                      <a:r>
                        <a:rPr b="1" lang="en" sz="900">
                          <a:latin typeface="Poppins"/>
                          <a:ea typeface="Poppins"/>
                          <a:cs typeface="Poppins"/>
                          <a:sym typeface="Poppins"/>
                        </a:rPr>
                        <a:t>Key Resources </a:t>
                      </a:r>
                      <a:endParaRPr sz="1100"/>
                    </a:p>
                    <a:p>
                      <a:pPr indent="0" lvl="0" marL="50800" marR="0" rtl="0" algn="l">
                        <a:lnSpc>
                          <a:spcPct val="100000"/>
                        </a:lnSpc>
                        <a:spcBef>
                          <a:spcPts val="1800"/>
                        </a:spcBef>
                        <a:spcAft>
                          <a:spcPts val="0"/>
                        </a:spcAft>
                        <a:buNone/>
                      </a:pPr>
                      <a:r>
                        <a:rPr b="0" lang="en" sz="900">
                          <a:latin typeface="Poppins"/>
                          <a:ea typeface="Poppins"/>
                          <a:cs typeface="Poppins"/>
                          <a:sym typeface="Poppins"/>
                        </a:rPr>
                        <a:t>-</a:t>
                      </a:r>
                      <a:r>
                        <a:rPr b="0" i="0" lang="en" sz="900">
                          <a:solidFill>
                            <a:schemeClr val="dk1"/>
                          </a:solidFill>
                          <a:latin typeface="Calibri"/>
                          <a:ea typeface="Calibri"/>
                          <a:cs typeface="Calibri"/>
                          <a:sym typeface="Calibri"/>
                        </a:rPr>
                        <a:t>Hardware Components</a:t>
                      </a:r>
                      <a:endParaRPr sz="1100"/>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-Software Systems</a:t>
                      </a:r>
                      <a:endParaRPr sz="900">
                        <a:latin typeface="Calibri"/>
                        <a:ea typeface="Calibri"/>
                        <a:cs typeface="Calibri"/>
                        <a:sym typeface="Calibri"/>
                      </a:endParaRPr>
                    </a:p>
                  </a:txBody>
                  <a:tcPr marT="46900" marB="46900" marR="56275" marL="46900">
                    <a:solidFill>
                      <a:srgbClr val="DDEAF6"/>
                    </a:solidFill>
                  </a:tcPr>
                </a:tc>
                <a:tc vMerge="1"/>
                <a:tc vMerge="1"/>
                <a:tc vMerge="1"/>
              </a:tr>
              <a:tr h="1498150">
                <a:tc gridSpan="3">
                  <a:txBody>
                    <a:bodyPr/>
                    <a:lstStyle/>
                    <a:p>
                      <a:pPr indent="0" lvl="0" marL="50800" marR="0" rtl="0" algn="l">
                        <a:lnSpc>
                          <a:spcPct val="100000"/>
                        </a:lnSpc>
                        <a:spcBef>
                          <a:spcPts val="0"/>
                        </a:spcBef>
                        <a:spcAft>
                          <a:spcPts val="0"/>
                        </a:spcAft>
                        <a:buNone/>
                      </a:pPr>
                      <a:r>
                        <a:rPr b="1" lang="en" sz="900">
                          <a:latin typeface="Poppins"/>
                          <a:ea typeface="Poppins"/>
                          <a:cs typeface="Poppins"/>
                          <a:sym typeface="Poppins"/>
                        </a:rPr>
                        <a:t>Cost Structure</a:t>
                      </a:r>
                      <a:endParaRPr sz="1100"/>
                    </a:p>
                    <a:p>
                      <a:pPr indent="0" lvl="0" marL="50800" marR="0" rtl="0" algn="l">
                        <a:lnSpc>
                          <a:spcPct val="100000"/>
                        </a:lnSpc>
                        <a:spcBef>
                          <a:spcPts val="1800"/>
                        </a:spcBef>
                        <a:spcAft>
                          <a:spcPts val="0"/>
                        </a:spcAft>
                        <a:buNone/>
                      </a:pPr>
                      <a:r>
                        <a:rPr lang="en" sz="900">
                          <a:latin typeface="Poppins"/>
                          <a:ea typeface="Poppins"/>
                          <a:cs typeface="Poppins"/>
                          <a:sym typeface="Poppins"/>
                        </a:rPr>
                        <a:t>  -</a:t>
                      </a:r>
                      <a:r>
                        <a:rPr b="0" i="0" lang="en" sz="900">
                          <a:solidFill>
                            <a:schemeClr val="dk1"/>
                          </a:solidFill>
                          <a:latin typeface="Calibri"/>
                          <a:ea typeface="Calibri"/>
                          <a:cs typeface="Calibri"/>
                          <a:sym typeface="Calibri"/>
                        </a:rPr>
                        <a:t>Component Costs         -Operations and Maintenance costs </a:t>
                      </a:r>
                      <a:endParaRPr sz="1100"/>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-Technical work costs        -Research and Development</a:t>
                      </a:r>
                      <a:endParaRPr sz="900">
                        <a:latin typeface="Poppins"/>
                        <a:ea typeface="Poppins"/>
                        <a:cs typeface="Poppins"/>
                        <a:sym typeface="Poppins"/>
                      </a:endParaRPr>
                    </a:p>
                  </a:txBody>
                  <a:tcPr marT="46900" marB="46900" marR="56275" marL="46900">
                    <a:solidFill>
                      <a:srgbClr val="DDEAF6"/>
                    </a:solidFill>
                  </a:tcPr>
                </a:tc>
                <a:tc hMerge="1"/>
                <a:tc hMerge="1"/>
                <a:tc gridSpan="2">
                  <a:txBody>
                    <a:bodyPr/>
                    <a:lstStyle/>
                    <a:p>
                      <a:pPr indent="0" lvl="0" marL="50800" marR="0" rtl="0" algn="l">
                        <a:lnSpc>
                          <a:spcPct val="100000"/>
                        </a:lnSpc>
                        <a:spcBef>
                          <a:spcPts val="0"/>
                        </a:spcBef>
                        <a:spcAft>
                          <a:spcPts val="0"/>
                        </a:spcAft>
                        <a:buNone/>
                      </a:pPr>
                      <a:r>
                        <a:rPr b="1" lang="en" sz="900">
                          <a:latin typeface="Poppins"/>
                          <a:ea typeface="Poppins"/>
                          <a:cs typeface="Poppins"/>
                          <a:sym typeface="Poppins"/>
                        </a:rPr>
                        <a:t>Revenue Streams</a:t>
                      </a:r>
                      <a:endParaRPr sz="1100"/>
                    </a:p>
                    <a:p>
                      <a:pPr indent="0" lvl="0" marL="50800" marR="0" rtl="0" algn="l">
                        <a:lnSpc>
                          <a:spcPct val="100000"/>
                        </a:lnSpc>
                        <a:spcBef>
                          <a:spcPts val="1800"/>
                        </a:spcBef>
                        <a:spcAft>
                          <a:spcPts val="0"/>
                        </a:spcAft>
                        <a:buNone/>
                      </a:pPr>
                      <a:r>
                        <a:rPr b="0" i="0" lang="en" sz="900">
                          <a:solidFill>
                            <a:schemeClr val="dk1"/>
                          </a:solidFill>
                          <a:latin typeface="Calibri"/>
                          <a:ea typeface="Calibri"/>
                          <a:cs typeface="Calibri"/>
                          <a:sym typeface="Calibri"/>
                        </a:rPr>
                        <a:t>-Product Sales             -Boat Booking</a:t>
                      </a:r>
                      <a:endParaRPr sz="1100"/>
                    </a:p>
                    <a:p>
                      <a:pPr indent="0" lvl="0" marL="50800" marR="0" rtl="0" algn="l">
                        <a:lnSpc>
                          <a:spcPct val="100000"/>
                        </a:lnSpc>
                        <a:spcBef>
                          <a:spcPts val="1800"/>
                        </a:spcBef>
                        <a:spcAft>
                          <a:spcPts val="0"/>
                        </a:spcAft>
                        <a:buClr>
                          <a:schemeClr val="dk1"/>
                        </a:buClr>
                        <a:buSzPts val="900"/>
                        <a:buFont typeface="Calibri"/>
                        <a:buNone/>
                      </a:pPr>
                      <a:r>
                        <a:rPr b="0" i="0" lang="en" sz="900">
                          <a:solidFill>
                            <a:schemeClr val="dk1"/>
                          </a:solidFill>
                          <a:latin typeface="Calibri"/>
                          <a:ea typeface="Calibri"/>
                          <a:cs typeface="Calibri"/>
                          <a:sym typeface="Calibri"/>
                        </a:rPr>
                        <a:t>-Service Contracts      </a:t>
                      </a:r>
                      <a:endParaRPr sz="1100"/>
                    </a:p>
                    <a:p>
                      <a:pPr indent="0" lvl="0" marL="50800" marR="0" rtl="0" algn="l">
                        <a:lnSpc>
                          <a:spcPct val="100000"/>
                        </a:lnSpc>
                        <a:spcBef>
                          <a:spcPts val="1800"/>
                        </a:spcBef>
                        <a:spcAft>
                          <a:spcPts val="0"/>
                        </a:spcAft>
                        <a:buNone/>
                      </a:pPr>
                      <a:r>
                        <a:t/>
                      </a:r>
                      <a:endParaRPr b="0" i="0" sz="900">
                        <a:solidFill>
                          <a:schemeClr val="dk1"/>
                        </a:solidFill>
                        <a:latin typeface="Calibri"/>
                        <a:ea typeface="Calibri"/>
                        <a:cs typeface="Calibri"/>
                        <a:sym typeface="Calibri"/>
                      </a:endParaRPr>
                    </a:p>
                  </a:txBody>
                  <a:tcPr marT="46900" marB="46900" marR="56275" marL="46900">
                    <a:solidFill>
                      <a:srgbClr val="DDEAF6"/>
                    </a:solidFill>
                  </a:tcPr>
                </a:tc>
                <a:tc hMerge="1"/>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g1bbaa8f0957_2_164"/>
          <p:cNvSpPr txBox="1"/>
          <p:nvPr>
            <p:ph type="title"/>
          </p:nvPr>
        </p:nvSpPr>
        <p:spPr>
          <a:xfrm>
            <a:off x="720000" y="2344400"/>
            <a:ext cx="77040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 Future Work</a:t>
            </a:r>
            <a:endParaRPr/>
          </a:p>
        </p:txBody>
      </p:sp>
      <p:sp>
        <p:nvSpPr>
          <p:cNvPr id="874" name="Google Shape;874;g1bbaa8f0957_2_164"/>
          <p:cNvSpPr txBox="1"/>
          <p:nvPr>
            <p:ph idx="2" type="title"/>
          </p:nvPr>
        </p:nvSpPr>
        <p:spPr>
          <a:xfrm>
            <a:off x="2996550" y="1502600"/>
            <a:ext cx="31509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06</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g259cad68aff_2_5"/>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500"/>
              <a:buNone/>
            </a:pPr>
            <a:r>
              <a:rPr lang="en"/>
              <a:t>FUTURE WORK</a:t>
            </a:r>
            <a:endParaRPr/>
          </a:p>
        </p:txBody>
      </p:sp>
      <p:sp>
        <p:nvSpPr>
          <p:cNvPr id="880" name="Google Shape;880;g259cad68aff_2_5"/>
          <p:cNvSpPr txBox="1"/>
          <p:nvPr/>
        </p:nvSpPr>
        <p:spPr>
          <a:xfrm>
            <a:off x="527700" y="1216980"/>
            <a:ext cx="8088600" cy="275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600"/>
              <a:buFont typeface="Arial"/>
              <a:buNone/>
            </a:pPr>
            <a:r>
              <a:rPr b="0" i="0" lang="en" sz="1600" u="none" cap="none" strike="noStrike">
                <a:solidFill>
                  <a:srgbClr val="337AB7"/>
                </a:solidFill>
                <a:latin typeface="Arial"/>
                <a:ea typeface="Arial"/>
                <a:cs typeface="Arial"/>
                <a:sym typeface="Arial"/>
              </a:rPr>
              <a:t>Future work will include the following</a:t>
            </a:r>
            <a:endParaRPr b="0" i="0" sz="1600" u="none" cap="none" strike="noStrike">
              <a:solidFill>
                <a:srgbClr val="202124"/>
              </a:solidFill>
              <a:highlight>
                <a:srgbClr val="F8F9FA"/>
              </a:highlight>
              <a:latin typeface="Arial"/>
              <a:ea typeface="Arial"/>
              <a:cs typeface="Arial"/>
              <a:sym typeface="Arial"/>
            </a:endParaRPr>
          </a:p>
          <a:p>
            <a:pPr indent="0" lvl="0" marL="457200" marR="0" rtl="0" algn="l">
              <a:lnSpc>
                <a:spcPct val="128000"/>
              </a:lnSpc>
              <a:spcBef>
                <a:spcPts val="120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1.</a:t>
            </a:r>
            <a:r>
              <a:rPr b="0" i="0" lang="en" sz="700" u="none" cap="none" strike="noStrike">
                <a:solidFill>
                  <a:srgbClr val="000000"/>
                </a:solidFill>
                <a:latin typeface="Arial"/>
                <a:ea typeface="Arial"/>
                <a:cs typeface="Arial"/>
                <a:sym typeface="Arial"/>
              </a:rPr>
              <a:t>    </a:t>
            </a:r>
            <a:r>
              <a:rPr b="0" i="0" lang="en" sz="1600" u="none" cap="none" strike="noStrike">
                <a:solidFill>
                  <a:srgbClr val="202124"/>
                </a:solidFill>
                <a:highlight>
                  <a:srgbClr val="F8F9FA"/>
                </a:highlight>
                <a:latin typeface="Arial"/>
                <a:ea typeface="Arial"/>
                <a:cs typeface="Arial"/>
                <a:sym typeface="Arial"/>
              </a:rPr>
              <a:t>Use satellite Communication(Antenna) instead of bluetooth for further distance.</a:t>
            </a:r>
            <a:endParaRPr b="0" i="0" sz="700" u="none" cap="none" strike="noStrike">
              <a:solidFill>
                <a:srgbClr val="000000"/>
              </a:solidFill>
              <a:latin typeface="Arial"/>
              <a:ea typeface="Arial"/>
              <a:cs typeface="Arial"/>
              <a:sym typeface="Arial"/>
            </a:endParaRPr>
          </a:p>
          <a:p>
            <a:pPr indent="0" lvl="0" marL="457200" marR="0" rtl="0" algn="l">
              <a:lnSpc>
                <a:spcPct val="128000"/>
              </a:lnSpc>
              <a:spcBef>
                <a:spcPts val="0"/>
              </a:spcBef>
              <a:spcAft>
                <a:spcPts val="0"/>
              </a:spcAft>
              <a:buClr>
                <a:srgbClr val="000000"/>
              </a:buClr>
              <a:buSzPts val="1600"/>
              <a:buFont typeface="Arial"/>
              <a:buNone/>
            </a:pPr>
            <a:r>
              <a:rPr lang="en" sz="1600">
                <a:solidFill>
                  <a:srgbClr val="202124"/>
                </a:solidFill>
                <a:highlight>
                  <a:srgbClr val="F8F9FA"/>
                </a:highlight>
              </a:rPr>
              <a:t>2</a:t>
            </a:r>
            <a:r>
              <a:rPr b="0" i="0" lang="en" sz="1600" u="none" cap="none" strike="noStrike">
                <a:solidFill>
                  <a:srgbClr val="202124"/>
                </a:solidFill>
                <a:highlight>
                  <a:srgbClr val="F8F9FA"/>
                </a:highlight>
                <a:latin typeface="Arial"/>
                <a:ea typeface="Arial"/>
                <a:cs typeface="Arial"/>
                <a:sym typeface="Arial"/>
              </a:rPr>
              <a:t>. Establishment of Product Line.</a:t>
            </a:r>
            <a:endParaRPr b="0" i="0" sz="1600" u="none" cap="none" strike="noStrike">
              <a:solidFill>
                <a:srgbClr val="202124"/>
              </a:solidFill>
              <a:highlight>
                <a:srgbClr val="F8F9FA"/>
              </a:highlight>
              <a:latin typeface="Arial"/>
              <a:ea typeface="Arial"/>
              <a:cs typeface="Arial"/>
              <a:sym typeface="Arial"/>
            </a:endParaRPr>
          </a:p>
          <a:p>
            <a:pPr indent="0" lvl="0" marL="457200" marR="0" rtl="0" algn="l">
              <a:lnSpc>
                <a:spcPct val="128000"/>
              </a:lnSpc>
              <a:spcBef>
                <a:spcPts val="0"/>
              </a:spcBef>
              <a:spcAft>
                <a:spcPts val="0"/>
              </a:spcAft>
              <a:buClr>
                <a:srgbClr val="000000"/>
              </a:buClr>
              <a:buSzPts val="1600"/>
              <a:buFont typeface="Arial"/>
              <a:buNone/>
            </a:pPr>
            <a:r>
              <a:rPr lang="en" sz="1600">
                <a:solidFill>
                  <a:srgbClr val="202124"/>
                </a:solidFill>
                <a:highlight>
                  <a:srgbClr val="F8F9FA"/>
                </a:highlight>
              </a:rPr>
              <a:t>3</a:t>
            </a:r>
            <a:r>
              <a:rPr b="0" i="0" lang="en" sz="1600" u="none" cap="none" strike="noStrike">
                <a:solidFill>
                  <a:srgbClr val="202124"/>
                </a:solidFill>
                <a:highlight>
                  <a:srgbClr val="F8F9FA"/>
                </a:highlight>
                <a:latin typeface="Arial"/>
                <a:ea typeface="Arial"/>
                <a:cs typeface="Arial"/>
                <a:sym typeface="Arial"/>
              </a:rPr>
              <a:t>. Adding Ultrasonic waterproof to avoid underwater obstacles.</a:t>
            </a:r>
            <a:endParaRPr b="0" i="0" sz="1600" u="none" cap="none" strike="noStrike">
              <a:solidFill>
                <a:srgbClr val="202124"/>
              </a:solidFill>
              <a:highlight>
                <a:srgbClr val="F8F9FA"/>
              </a:highlight>
              <a:latin typeface="Arial"/>
              <a:ea typeface="Arial"/>
              <a:cs typeface="Arial"/>
              <a:sym typeface="Arial"/>
            </a:endParaRPr>
          </a:p>
          <a:p>
            <a:pPr indent="0" lvl="0" marL="457200" marR="0" rtl="0" algn="l">
              <a:lnSpc>
                <a:spcPct val="128000"/>
              </a:lnSpc>
              <a:spcBef>
                <a:spcPts val="0"/>
              </a:spcBef>
              <a:spcAft>
                <a:spcPts val="0"/>
              </a:spcAft>
              <a:buClr>
                <a:srgbClr val="000000"/>
              </a:buClr>
              <a:buSzPts val="1600"/>
              <a:buFont typeface="Arial"/>
              <a:buNone/>
            </a:pPr>
            <a:r>
              <a:rPr lang="en" sz="1600"/>
              <a:t>4</a:t>
            </a:r>
            <a:r>
              <a:rPr b="0" i="0" lang="en" sz="1600" u="none" cap="none" strike="noStrike">
                <a:solidFill>
                  <a:srgbClr val="000000"/>
                </a:solidFill>
                <a:latin typeface="Arial"/>
                <a:ea typeface="Arial"/>
                <a:cs typeface="Arial"/>
                <a:sym typeface="Arial"/>
              </a:rPr>
              <a:t>.</a:t>
            </a:r>
            <a:r>
              <a:rPr b="0" i="0" lang="en" sz="700" u="none" cap="none" strike="noStrike">
                <a:solidFill>
                  <a:srgbClr val="000000"/>
                </a:solidFill>
                <a:latin typeface="Arial"/>
                <a:ea typeface="Arial"/>
                <a:cs typeface="Arial"/>
                <a:sym typeface="Arial"/>
              </a:rPr>
              <a:t>  </a:t>
            </a:r>
            <a:r>
              <a:rPr b="0" i="0" lang="en" sz="1600" u="none" cap="none" strike="noStrike">
                <a:solidFill>
                  <a:srgbClr val="202124"/>
                </a:solidFill>
                <a:highlight>
                  <a:srgbClr val="F8F9FA"/>
                </a:highlight>
                <a:latin typeface="Arial"/>
                <a:ea typeface="Arial"/>
                <a:cs typeface="Arial"/>
                <a:sym typeface="Arial"/>
              </a:rPr>
              <a:t>Adding more water quality sensors for more efficient monitoring such as</a:t>
            </a:r>
            <a:endParaRPr b="0" i="0" sz="1600" u="none" cap="none" strike="noStrike">
              <a:solidFill>
                <a:srgbClr val="202124"/>
              </a:solidFill>
              <a:highlight>
                <a:srgbClr val="F8F9FA"/>
              </a:highlight>
              <a:latin typeface="Arial"/>
              <a:ea typeface="Arial"/>
              <a:cs typeface="Arial"/>
              <a:sym typeface="Arial"/>
            </a:endParaRPr>
          </a:p>
          <a:p>
            <a:pPr indent="457200" lvl="0" marL="457200" marR="0" rtl="0" algn="l">
              <a:lnSpc>
                <a:spcPct val="128000"/>
              </a:lnSpc>
              <a:spcBef>
                <a:spcPts val="0"/>
              </a:spcBef>
              <a:spcAft>
                <a:spcPts val="0"/>
              </a:spcAft>
              <a:buClr>
                <a:srgbClr val="000000"/>
              </a:buClr>
              <a:buSzPts val="1600"/>
              <a:buFont typeface="Arial"/>
              <a:buNone/>
            </a:pPr>
            <a:r>
              <a:rPr b="0" i="0" lang="en" sz="1600" u="none" cap="none" strike="noStrike">
                <a:solidFill>
                  <a:srgbClr val="202124"/>
                </a:solidFill>
                <a:highlight>
                  <a:srgbClr val="F8F9FA"/>
                </a:highlight>
                <a:latin typeface="Arial"/>
                <a:ea typeface="Arial"/>
                <a:cs typeface="Arial"/>
                <a:sym typeface="Arial"/>
              </a:rPr>
              <a:t>a.Radiation Sensor		     	b.Nutrient Sensors		    </a:t>
            </a:r>
            <a:endParaRPr b="0" i="0" sz="1600" u="none" cap="none" strike="noStrike">
              <a:solidFill>
                <a:srgbClr val="202124"/>
              </a:solidFill>
              <a:highlight>
                <a:srgbClr val="F8F9FA"/>
              </a:highlight>
              <a:latin typeface="Arial"/>
              <a:ea typeface="Arial"/>
              <a:cs typeface="Arial"/>
              <a:sym typeface="Arial"/>
            </a:endParaRPr>
          </a:p>
          <a:p>
            <a:pPr indent="457200" lvl="0" marL="457200" marR="0" rtl="0" algn="l">
              <a:lnSpc>
                <a:spcPct val="128000"/>
              </a:lnSpc>
              <a:spcBef>
                <a:spcPts val="0"/>
              </a:spcBef>
              <a:spcAft>
                <a:spcPts val="0"/>
              </a:spcAft>
              <a:buClr>
                <a:srgbClr val="000000"/>
              </a:buClr>
              <a:buSzPts val="1600"/>
              <a:buFont typeface="Arial"/>
              <a:buNone/>
            </a:pPr>
            <a:r>
              <a:rPr b="0" i="0" lang="en" sz="1600" u="none" cap="none" strike="noStrike">
                <a:solidFill>
                  <a:schemeClr val="dk1"/>
                </a:solidFill>
                <a:highlight>
                  <a:srgbClr val="F8F9FA"/>
                </a:highlight>
                <a:latin typeface="Arial"/>
                <a:ea typeface="Arial"/>
                <a:cs typeface="Arial"/>
                <a:sym typeface="Arial"/>
              </a:rPr>
              <a:t>c.</a:t>
            </a:r>
            <a:r>
              <a:rPr b="0" i="0" lang="en" sz="1600" u="none" cap="none" strike="noStrike">
                <a:solidFill>
                  <a:schemeClr val="dk1"/>
                </a:solidFill>
                <a:latin typeface="Arial"/>
                <a:ea typeface="Arial"/>
                <a:cs typeface="Arial"/>
                <a:sym typeface="Arial"/>
              </a:rPr>
              <a:t>Water Dissolved Oxygen  	d.Water Conductivity Sensor</a:t>
            </a:r>
            <a:endParaRPr b="0" i="0" sz="1600" u="none" cap="none" strike="noStrike">
              <a:solidFill>
                <a:schemeClr val="dk1"/>
              </a:solidFill>
              <a:latin typeface="Arial"/>
              <a:ea typeface="Arial"/>
              <a:cs typeface="Arial"/>
              <a:sym typeface="Arial"/>
            </a:endParaRPr>
          </a:p>
          <a:p>
            <a:pPr indent="457200" lvl="0" marL="457200" marR="0" rtl="0" algn="l">
              <a:lnSpc>
                <a:spcPct val="128000"/>
              </a:lnSpc>
              <a:spcBef>
                <a:spcPts val="0"/>
              </a:spcBef>
              <a:spcAft>
                <a:spcPts val="0"/>
              </a:spcAft>
              <a:buClr>
                <a:srgbClr val="000000"/>
              </a:buClr>
              <a:buSzPts val="1600"/>
              <a:buFont typeface="Arial"/>
              <a:buNone/>
            </a:pPr>
            <a:r>
              <a:rPr b="0" i="0" lang="en" sz="1600" u="none" cap="none" strike="noStrike">
                <a:solidFill>
                  <a:srgbClr val="202124"/>
                </a:solidFill>
                <a:highlight>
                  <a:srgbClr val="F8F9FA"/>
                </a:highlight>
                <a:latin typeface="Arial"/>
                <a:ea typeface="Arial"/>
                <a:cs typeface="Arial"/>
                <a:sym typeface="Arial"/>
              </a:rPr>
              <a:t>e.Oil and Hydrocarbon Sensors</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g2198db1af2c_1_290"/>
          <p:cNvSpPr txBox="1"/>
          <p:nvPr>
            <p:ph type="ctrTitle"/>
          </p:nvPr>
        </p:nvSpPr>
        <p:spPr>
          <a:xfrm>
            <a:off x="2493225" y="1998650"/>
            <a:ext cx="4284000" cy="997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a:t>Thanks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Watery Shapes Style MK Campaign by Slidesgo">
  <a:themeElements>
    <a:clrScheme name="Simple Light">
      <a:dk1>
        <a:srgbClr val="091D31"/>
      </a:dk1>
      <a:lt1>
        <a:srgbClr val="FFFFFF"/>
      </a:lt1>
      <a:dk2>
        <a:srgbClr val="336E94"/>
      </a:dk2>
      <a:lt2>
        <a:srgbClr val="9ED2F2"/>
      </a:lt2>
      <a:accent1>
        <a:srgbClr val="46A9E7"/>
      </a:accent1>
      <a:accent2>
        <a:srgbClr val="C1E7FF"/>
      </a:accent2>
      <a:accent3>
        <a:srgbClr val="BCDFF6"/>
      </a:accent3>
      <a:accent4>
        <a:srgbClr val="E6F5FF"/>
      </a:accent4>
      <a:accent5>
        <a:srgbClr val="0097A7"/>
      </a:accent5>
      <a:accent6>
        <a:srgbClr val="FFFFFF"/>
      </a:accent6>
      <a:hlink>
        <a:srgbClr val="091D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Watery Shapes Style MK Campaign by Slidesgo">
  <a:themeElements>
    <a:clrScheme name="Simple Light">
      <a:dk1>
        <a:srgbClr val="091D31"/>
      </a:dk1>
      <a:lt1>
        <a:srgbClr val="FFFFFF"/>
      </a:lt1>
      <a:dk2>
        <a:srgbClr val="336E94"/>
      </a:dk2>
      <a:lt2>
        <a:srgbClr val="9ED2F2"/>
      </a:lt2>
      <a:accent1>
        <a:srgbClr val="46A9E7"/>
      </a:accent1>
      <a:accent2>
        <a:srgbClr val="C1E7FF"/>
      </a:accent2>
      <a:accent3>
        <a:srgbClr val="BCDFF6"/>
      </a:accent3>
      <a:accent4>
        <a:srgbClr val="E6F5FF"/>
      </a:accent4>
      <a:accent5>
        <a:srgbClr val="0097A7"/>
      </a:accent5>
      <a:accent6>
        <a:srgbClr val="FFFFFF"/>
      </a:accent6>
      <a:hlink>
        <a:srgbClr val="091D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Watery Shapes Style MK Campaign by Slidesgo">
  <a:themeElements>
    <a:clrScheme name="Simple Light">
      <a:dk1>
        <a:srgbClr val="091D31"/>
      </a:dk1>
      <a:lt1>
        <a:srgbClr val="FFFFFF"/>
      </a:lt1>
      <a:dk2>
        <a:srgbClr val="336E94"/>
      </a:dk2>
      <a:lt2>
        <a:srgbClr val="9ED2F2"/>
      </a:lt2>
      <a:accent1>
        <a:srgbClr val="46A9E7"/>
      </a:accent1>
      <a:accent2>
        <a:srgbClr val="C1E7FF"/>
      </a:accent2>
      <a:accent3>
        <a:srgbClr val="BCDFF6"/>
      </a:accent3>
      <a:accent4>
        <a:srgbClr val="E6F5FF"/>
      </a:accent4>
      <a:accent5>
        <a:srgbClr val="0097A7"/>
      </a:accent5>
      <a:accent6>
        <a:srgbClr val="FFFFFF"/>
      </a:accent6>
      <a:hlink>
        <a:srgbClr val="091D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coreProperties>
</file>